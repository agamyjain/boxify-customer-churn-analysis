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8" r:id="rId13"/>
    <p:sldId id="267" r:id="rId14"/>
  </p:sldIdLst>
  <p:sldSz cx="12192000" cy="6858000"/>
  <p:notesSz cx="6858000" cy="9144000"/>
  <p:embeddedFontLst>
    <p:embeddedFont>
      <p:font typeface="Franklin Gothic Heavy" panose="020B0604020202020204" charset="0"/>
      <p:regular r:id="rId16"/>
      <p:italic r:id="rId17"/>
    </p:embeddedFont>
    <p:embeddedFont>
      <p:font typeface="Inter Black" panose="020B0604020202020204" charset="0"/>
      <p:bold r:id="rId18"/>
      <p:boldItalic r:id="rId19"/>
    </p:embeddedFont>
    <p:embeddedFont>
      <p:font typeface="Lato" panose="020B0604020202020204" charset="0"/>
      <p:regular r:id="rId20"/>
      <p:bold r:id="rId21"/>
      <p:italic r:id="rId22"/>
      <p:boldItalic r:id="rId23"/>
    </p:embeddedFont>
    <p:embeddedFont>
      <p:font typeface="Plus Jakarta Sans ExtraBold" panose="020B0604020202020204" charset="0"/>
      <p:bold r:id="rId24"/>
      <p:boldItalic r:id="rId25"/>
    </p:embeddedFont>
    <p:embeddedFont>
      <p:font typeface="Poppins" panose="020B0604020202020204" charset="0"/>
      <p:regular r:id="rId26"/>
      <p:bold r:id="rId27"/>
      <p:italic r:id="rId28"/>
      <p:boldItalic r:id="rId29"/>
    </p:embeddedFont>
    <p:embeddedFont>
      <p:font typeface="Poppins ExtraBold" panose="020B0604020202020204" charset="0"/>
      <p:bold r:id="rId30"/>
      <p:boldItalic r:id="rId31"/>
    </p:embeddedFont>
    <p:embeddedFont>
      <p:font typeface="Poppins SemiBold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  <a:srgbClr val="3A475A"/>
    <a:srgbClr val="F1F5F9"/>
    <a:srgbClr val="CFD7E7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15" dt="2026-08-31T16:04:03.052"/>
    <p1510:client id="{5D9B5718-CBB8-9A92-09F0-12E5EEBB7D22}" v="774" dt="2026-08-30T17:05:45.984"/>
    <p1510:client id="{75CE776A-B2A5-8B16-D130-2B03CB834EE0}" v="300" dt="2026-08-31T14:55:35.535"/>
    <p1510:client id="{98D1815F-125B-8927-D654-6E470B71DAE6}" v="538" dt="2026-08-30T10:57:19.157"/>
    <p1510:client id="{9C9318DD-8C8F-F516-CC1E-1A645648ABEB}" v="18" dt="2026-08-31T11:45:54.296"/>
    <p1510:client id="{EFCB58D8-5126-9A3A-D9A5-48D20BA01D06}" v="106" dt="2026-08-31T09:09:50.926"/>
  </p1510:revLst>
</p1510:revInfo>
</file>

<file path=ppt/tableStyles.xml><?xml version="1.0" encoding="utf-8"?>
<a:tblStyleLst xmlns:a="http://schemas.openxmlformats.org/drawingml/2006/main" def="{C3EDFE15-7CBC-487D-B2AF-382A8A6E509C}">
  <a:tblStyle styleId="{C3EDFE15-7CBC-487D-B2AF-382A8A6E50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amya R Jain" userId="5379bb5ac236f65f" providerId="Windows Live" clId="Web-{75CE776A-B2A5-8B16-D130-2B03CB834EE0}"/>
    <pc:docChg chg="modSld">
      <pc:chgData name="Agamya R Jain" userId="5379bb5ac236f65f" providerId="Windows Live" clId="Web-{75CE776A-B2A5-8B16-D130-2B03CB834EE0}" dt="2026-08-31T14:55:35.535" v="260"/>
      <pc:docMkLst>
        <pc:docMk/>
      </pc:docMkLst>
      <pc:sldChg chg="addSp modSp">
        <pc:chgData name="Agamya R Jain" userId="5379bb5ac236f65f" providerId="Windows Live" clId="Web-{75CE776A-B2A5-8B16-D130-2B03CB834EE0}" dt="2026-08-31T14:55:35.535" v="260"/>
        <pc:sldMkLst>
          <pc:docMk/>
          <pc:sldMk cId="0" sldId="262"/>
        </pc:sldMkLst>
        <pc:spChg chg="mod">
          <ac:chgData name="Agamya R Jain" userId="5379bb5ac236f65f" providerId="Windows Live" clId="Web-{75CE776A-B2A5-8B16-D130-2B03CB834EE0}" dt="2026-08-31T14:28:43.051" v="111" actId="1076"/>
          <ac:spMkLst>
            <pc:docMk/>
            <pc:sldMk cId="0" sldId="262"/>
            <ac:spMk id="416" creationId="{00000000-0000-0000-0000-000000000000}"/>
          </ac:spMkLst>
        </pc:spChg>
        <pc:spChg chg="mod">
          <ac:chgData name="Agamya R Jain" userId="5379bb5ac236f65f" providerId="Windows Live" clId="Web-{75CE776A-B2A5-8B16-D130-2B03CB834EE0}" dt="2026-08-31T14:28:43.082" v="112" actId="1076"/>
          <ac:spMkLst>
            <pc:docMk/>
            <pc:sldMk cId="0" sldId="262"/>
            <ac:spMk id="417" creationId="{00000000-0000-0000-0000-000000000000}"/>
          </ac:spMkLst>
        </pc:spChg>
        <pc:spChg chg="mod">
          <ac:chgData name="Agamya R Jain" userId="5379bb5ac236f65f" providerId="Windows Live" clId="Web-{75CE776A-B2A5-8B16-D130-2B03CB834EE0}" dt="2026-08-31T14:52:59.138" v="245" actId="14100"/>
          <ac:spMkLst>
            <pc:docMk/>
            <pc:sldMk cId="0" sldId="262"/>
            <ac:spMk id="418" creationId="{00000000-0000-0000-0000-000000000000}"/>
          </ac:spMkLst>
        </pc:spChg>
        <pc:spChg chg="mod">
          <ac:chgData name="Agamya R Jain" userId="5379bb5ac236f65f" providerId="Windows Live" clId="Web-{75CE776A-B2A5-8B16-D130-2B03CB834EE0}" dt="2026-08-31T14:52:47.747" v="242" actId="1076"/>
          <ac:spMkLst>
            <pc:docMk/>
            <pc:sldMk cId="0" sldId="262"/>
            <ac:spMk id="426" creationId="{00000000-0000-0000-0000-000000000000}"/>
          </ac:spMkLst>
        </pc:spChg>
        <pc:spChg chg="mod">
          <ac:chgData name="Agamya R Jain" userId="5379bb5ac236f65f" providerId="Windows Live" clId="Web-{75CE776A-B2A5-8B16-D130-2B03CB834EE0}" dt="2026-08-31T14:52:43.903" v="241" actId="1076"/>
          <ac:spMkLst>
            <pc:docMk/>
            <pc:sldMk cId="0" sldId="262"/>
            <ac:spMk id="427" creationId="{00000000-0000-0000-0000-000000000000}"/>
          </ac:spMkLst>
        </pc:spChg>
        <pc:spChg chg="mod">
          <ac:chgData name="Agamya R Jain" userId="5379bb5ac236f65f" providerId="Windows Live" clId="Web-{75CE776A-B2A5-8B16-D130-2B03CB834EE0}" dt="2026-08-31T14:52:17.074" v="236" actId="1076"/>
          <ac:spMkLst>
            <pc:docMk/>
            <pc:sldMk cId="0" sldId="262"/>
            <ac:spMk id="428" creationId="{00000000-0000-0000-0000-000000000000}"/>
          </ac:spMkLst>
        </pc:spChg>
        <pc:spChg chg="mod">
          <ac:chgData name="Agamya R Jain" userId="5379bb5ac236f65f" providerId="Windows Live" clId="Web-{75CE776A-B2A5-8B16-D130-2B03CB834EE0}" dt="2026-08-31T14:52:00.777" v="235" actId="1076"/>
          <ac:spMkLst>
            <pc:docMk/>
            <pc:sldMk cId="0" sldId="262"/>
            <ac:spMk id="429" creationId="{00000000-0000-0000-0000-000000000000}"/>
          </ac:spMkLst>
        </pc:spChg>
        <pc:graphicFrameChg chg="add mod topLvl modGraphic">
          <ac:chgData name="Agamya R Jain" userId="5379bb5ac236f65f" providerId="Windows Live" clId="Web-{75CE776A-B2A5-8B16-D130-2B03CB834EE0}" dt="2026-08-31T14:55:35.535" v="260"/>
          <ac:graphicFrameMkLst>
            <pc:docMk/>
            <pc:sldMk cId="0" sldId="262"/>
            <ac:graphicFrameMk id="2" creationId="{3D2A3971-9EFD-6B80-0EAC-D1C146C0E19D}"/>
          </ac:graphicFrameMkLst>
        </pc:graphicFrameChg>
        <pc:graphicFrameChg chg="mod modGraphic">
          <ac:chgData name="Agamya R Jain" userId="5379bb5ac236f65f" providerId="Windows Live" clId="Web-{75CE776A-B2A5-8B16-D130-2B03CB834EE0}" dt="2026-08-31T14:53:04.467" v="249"/>
          <ac:graphicFrameMkLst>
            <pc:docMk/>
            <pc:sldMk cId="0" sldId="262"/>
            <ac:graphicFrameMk id="419" creationId="{00000000-0000-0000-0000-000000000000}"/>
          </ac:graphicFrameMkLst>
        </pc:graphicFrameChg>
        <pc:picChg chg="mod">
          <ac:chgData name="Agamya R Jain" userId="5379bb5ac236f65f" providerId="Windows Live" clId="Web-{75CE776A-B2A5-8B16-D130-2B03CB834EE0}" dt="2026-08-31T14:28:43.035" v="110" actId="1076"/>
          <ac:picMkLst>
            <pc:docMk/>
            <pc:sldMk cId="0" sldId="262"/>
            <ac:picMk id="408" creationId="{00000000-0000-0000-0000-000000000000}"/>
          </ac:picMkLst>
        </pc:picChg>
        <pc:picChg chg="mod">
          <ac:chgData name="Agamya R Jain" userId="5379bb5ac236f65f" providerId="Windows Live" clId="Web-{75CE776A-B2A5-8B16-D130-2B03CB834EE0}" dt="2026-08-31T14:52:59.107" v="244" actId="14100"/>
          <ac:picMkLst>
            <pc:docMk/>
            <pc:sldMk cId="0" sldId="262"/>
            <ac:picMk id="409" creationId="{00000000-0000-0000-0000-000000000000}"/>
          </ac:picMkLst>
        </pc:picChg>
        <pc:picChg chg="mod">
          <ac:chgData name="Agamya R Jain" userId="5379bb5ac236f65f" providerId="Windows Live" clId="Web-{75CE776A-B2A5-8B16-D130-2B03CB834EE0}" dt="2026-08-31T14:52:51.529" v="243" actId="14100"/>
          <ac:picMkLst>
            <pc:docMk/>
            <pc:sldMk cId="0" sldId="262"/>
            <ac:picMk id="410" creationId="{00000000-0000-0000-0000-000000000000}"/>
          </ac:picMkLst>
        </pc:picChg>
        <pc:picChg chg="mod">
          <ac:chgData name="Agamya R Jain" userId="5379bb5ac236f65f" providerId="Windows Live" clId="Web-{75CE776A-B2A5-8B16-D130-2B03CB834EE0}" dt="2026-08-31T14:52:21.934" v="237" actId="14100"/>
          <ac:picMkLst>
            <pc:docMk/>
            <pc:sldMk cId="0" sldId="262"/>
            <ac:picMk id="411" creationId="{00000000-0000-0000-0000-000000000000}"/>
          </ac:picMkLst>
        </pc:picChg>
        <pc:picChg chg="mod">
          <ac:chgData name="Agamya R Jain" userId="5379bb5ac236f65f" providerId="Windows Live" clId="Web-{75CE776A-B2A5-8B16-D130-2B03CB834EE0}" dt="2026-08-31T14:52:59.170" v="246" actId="14100"/>
          <ac:picMkLst>
            <pc:docMk/>
            <pc:sldMk cId="0" sldId="262"/>
            <ac:picMk id="421" creationId="{00000000-0000-0000-0000-000000000000}"/>
          </ac:picMkLst>
        </pc:picChg>
        <pc:picChg chg="mod">
          <ac:chgData name="Agamya R Jain" userId="5379bb5ac236f65f" providerId="Windows Live" clId="Web-{75CE776A-B2A5-8B16-D130-2B03CB834EE0}" dt="2026-08-31T14:53:33.702" v="252" actId="1076"/>
          <ac:picMkLst>
            <pc:docMk/>
            <pc:sldMk cId="0" sldId="262"/>
            <ac:picMk id="444" creationId="{00000000-0000-0000-0000-000000000000}"/>
          </ac:picMkLst>
        </pc:picChg>
        <pc:picChg chg="mod">
          <ac:chgData name="Agamya R Jain" userId="5379bb5ac236f65f" providerId="Windows Live" clId="Web-{75CE776A-B2A5-8B16-D130-2B03CB834EE0}" dt="2026-08-31T14:53:24.514" v="251" actId="1076"/>
          <ac:picMkLst>
            <pc:docMk/>
            <pc:sldMk cId="0" sldId="262"/>
            <ac:picMk id="445" creationId="{00000000-0000-0000-0000-000000000000}"/>
          </ac:picMkLst>
        </pc:picChg>
      </pc:sldChg>
    </pc:docChg>
  </pc:docChgLst>
  <pc:docChgLst>
    <pc:chgData name="Agamya R Jain" userId="5379bb5ac236f65f" providerId="Windows Live" clId="Web-{A71229F6-52A5-BC0D-6313-056A8EFE09C4}"/>
    <pc:docChg chg="modSld">
      <pc:chgData name="Agamya R Jain" userId="5379bb5ac236f65f" providerId="Windows Live" clId="Web-{A71229F6-52A5-BC0D-6313-056A8EFE09C4}" dt="2026-08-03T16:54:21.241" v="0"/>
      <pc:docMkLst>
        <pc:docMk/>
      </pc:docMkLst>
      <pc:sldChg chg="delSp">
        <pc:chgData name="Agamya R Jain" userId="5379bb5ac236f65f" providerId="Windows Live" clId="Web-{A71229F6-52A5-BC0D-6313-056A8EFE09C4}" dt="2026-08-03T16:54:21.241" v="0"/>
        <pc:sldMkLst>
          <pc:docMk/>
          <pc:sldMk cId="0" sldId="262"/>
        </pc:sldMkLst>
      </pc:sldChg>
    </pc:docChg>
  </pc:docChgLst>
  <pc:docChgLst>
    <pc:chgData name="Agamya R Jain" userId="5379bb5ac236f65f" providerId="Windows Live" clId="Web-{4E5EAA0E-F681-CDB9-51B0-6274C5C63FBB}"/>
    <pc:docChg chg="modSld">
      <pc:chgData name="Agamya R Jain" userId="5379bb5ac236f65f" providerId="Windows Live" clId="Web-{4E5EAA0E-F681-CDB9-51B0-6274C5C63FBB}" dt="2026-08-07T11:09:53.807" v="6"/>
      <pc:docMkLst>
        <pc:docMk/>
      </pc:docMkLst>
      <pc:sldChg chg="addSp modSp">
        <pc:chgData name="Agamya R Jain" userId="5379bb5ac236f65f" providerId="Windows Live" clId="Web-{4E5EAA0E-F681-CDB9-51B0-6274C5C63FBB}" dt="2026-08-07T11:09:53.807" v="6"/>
        <pc:sldMkLst>
          <pc:docMk/>
          <pc:sldMk cId="0" sldId="264"/>
        </pc:sldMkLst>
        <pc:graphicFrameChg chg="mod topLvl modGraphic">
          <ac:chgData name="Agamya R Jain" userId="5379bb5ac236f65f" providerId="Windows Live" clId="Web-{4E5EAA0E-F681-CDB9-51B0-6274C5C63FBB}" dt="2026-08-07T11:09:53.807" v="6"/>
          <ac:graphicFrameMkLst>
            <pc:docMk/>
            <pc:sldMk cId="0" sldId="264"/>
            <ac:graphicFrameMk id="2" creationId="{E1FE0131-ACC2-4D80-115B-1F0413965DC1}"/>
          </ac:graphicFrameMkLst>
        </pc:graphicFrameChg>
      </pc:sldChg>
    </pc:docChg>
  </pc:docChgLst>
  <pc:docChgLst>
    <pc:chgData name="Agamya R Jain" userId="5379bb5ac236f65f" providerId="Windows Live" clId="Web-{3616540F-77E9-844A-EF91-31AE0C635F7E}"/>
    <pc:docChg chg="modSld">
      <pc:chgData name="Agamya R Jain" userId="5379bb5ac236f65f" providerId="Windows Live" clId="Web-{3616540F-77E9-844A-EF91-31AE0C635F7E}" dt="2026-08-03T10:15:03.984" v="55"/>
      <pc:docMkLst>
        <pc:docMk/>
      </pc:docMkLst>
      <pc:sldChg chg="addSp delSp modSp">
        <pc:chgData name="Agamya R Jain" userId="5379bb5ac236f65f" providerId="Windows Live" clId="Web-{3616540F-77E9-844A-EF91-31AE0C635F7E}" dt="2026-08-03T10:15:03.984" v="55"/>
        <pc:sldMkLst>
          <pc:docMk/>
          <pc:sldMk cId="0" sldId="259"/>
        </pc:sldMkLst>
        <pc:graphicFrameChg chg="mod topLvl modGraphic">
          <ac:chgData name="Agamya R Jain" userId="5379bb5ac236f65f" providerId="Windows Live" clId="Web-{3616540F-77E9-844A-EF91-31AE0C635F7E}" dt="2026-08-03T10:15:03.984" v="55"/>
          <ac:graphicFrameMkLst>
            <pc:docMk/>
            <pc:sldMk cId="0" sldId="259"/>
            <ac:graphicFrameMk id="2" creationId="{B6219658-21C3-8B79-692B-AF47551227A8}"/>
          </ac:graphicFrameMkLst>
        </pc:graphicFrameChg>
        <pc:graphicFrameChg chg="add mod topLvl modGraphic">
          <ac:chgData name="Agamya R Jain" userId="5379bb5ac236f65f" providerId="Windows Live" clId="Web-{3616540F-77E9-844A-EF91-31AE0C635F7E}" dt="2026-08-03T10:12:20.072" v="54"/>
          <ac:graphicFrameMkLst>
            <pc:docMk/>
            <pc:sldMk cId="0" sldId="259"/>
            <ac:graphicFrameMk id="5" creationId="{1EC16856-696E-EAB7-2111-E7E4EE5E3FD8}"/>
          </ac:graphicFrameMkLst>
        </pc:graphicFrameChg>
      </pc:sldChg>
    </pc:docChg>
  </pc:docChgLst>
  <pc:docChgLst>
    <pc:chgData name="Agamya R Jain" userId="5379bb5ac236f65f" providerId="Windows Live" clId="Web-{00000000-0000-0000-0000-000000000000}"/>
    <pc:docChg chg="addSld delSld modSld sldOrd">
      <pc:chgData name="Agamya R Jain" userId="5379bb5ac236f65f" providerId="Windows Live" clId="Web-{00000000-0000-0000-0000-000000000000}" dt="2026-08-31T16:04:01.771" v="705" actId="20577"/>
      <pc:docMkLst>
        <pc:docMk/>
      </pc:docMkLst>
      <pc:sldChg chg="delSp">
        <pc:chgData name="Agamya R Jain" userId="5379bb5ac236f65f" providerId="Windows Live" clId="Web-{00000000-0000-0000-0000-000000000000}" dt="2026-08-30T18:15:17.579" v="472"/>
        <pc:sldMkLst>
          <pc:docMk/>
          <pc:sldMk cId="0" sldId="256"/>
        </pc:sldMkLst>
        <pc:spChg chg="del">
          <ac:chgData name="Agamya R Jain" userId="5379bb5ac236f65f" providerId="Windows Live" clId="Web-{00000000-0000-0000-0000-000000000000}" dt="2026-08-30T18:15:17.579" v="472"/>
          <ac:spMkLst>
            <pc:docMk/>
            <pc:sldMk cId="0" sldId="256"/>
            <ac:spMk id="7" creationId="{18748D3A-F6A2-99BF-3A31-DD348ACC8953}"/>
          </ac:spMkLst>
        </pc:spChg>
      </pc:sldChg>
      <pc:sldChg chg="addSp delSp modSp">
        <pc:chgData name="Agamya R Jain" userId="5379bb5ac236f65f" providerId="Windows Live" clId="Web-{00000000-0000-0000-0000-000000000000}" dt="2026-08-30T18:06:01.606" v="443" actId="14100"/>
        <pc:sldMkLst>
          <pc:docMk/>
          <pc:sldMk cId="0" sldId="257"/>
        </pc:sldMkLst>
        <pc:spChg chg="add mod">
          <ac:chgData name="Agamya R Jain" userId="5379bb5ac236f65f" providerId="Windows Live" clId="Web-{00000000-0000-0000-0000-000000000000}" dt="2026-08-30T18:05:54.340" v="442" actId="20577"/>
          <ac:spMkLst>
            <pc:docMk/>
            <pc:sldMk cId="0" sldId="257"/>
            <ac:spMk id="3" creationId="{EC1D1197-F6B5-1035-CFF0-4BC9DCB05111}"/>
          </ac:spMkLst>
        </pc:spChg>
        <pc:spChg chg="add">
          <ac:chgData name="Agamya R Jain" userId="5379bb5ac236f65f" providerId="Windows Live" clId="Web-{00000000-0000-0000-0000-000000000000}" dt="2026-08-30T18:04:18.993" v="369"/>
          <ac:spMkLst>
            <pc:docMk/>
            <pc:sldMk cId="0" sldId="257"/>
            <ac:spMk id="5" creationId="{78C76460-3BA7-CD29-4DFD-366DD5C361AE}"/>
          </ac:spMkLst>
        </pc:spChg>
        <pc:spChg chg="mod">
          <ac:chgData name="Agamya R Jain" userId="5379bb5ac236f65f" providerId="Windows Live" clId="Web-{00000000-0000-0000-0000-000000000000}" dt="2026-08-30T18:01:29.377" v="367" actId="20577"/>
          <ac:spMkLst>
            <pc:docMk/>
            <pc:sldMk cId="0" sldId="257"/>
            <ac:spMk id="181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0T17:59:37.827" v="345" actId="20577"/>
          <ac:spMkLst>
            <pc:docMk/>
            <pc:sldMk cId="0" sldId="257"/>
            <ac:spMk id="18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0T17:59:24.967" v="340" actId="20577"/>
          <ac:spMkLst>
            <pc:docMk/>
            <pc:sldMk cId="0" sldId="257"/>
            <ac:spMk id="18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0T18:00:13.922" v="351" actId="20577"/>
          <ac:spMkLst>
            <pc:docMk/>
            <pc:sldMk cId="0" sldId="257"/>
            <ac:spMk id="18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0T18:00:36.172" v="355" actId="20577"/>
          <ac:spMkLst>
            <pc:docMk/>
            <pc:sldMk cId="0" sldId="257"/>
            <ac:spMk id="189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0T18:01:19.643" v="363" actId="20577"/>
          <ac:spMkLst>
            <pc:docMk/>
            <pc:sldMk cId="0" sldId="257"/>
            <ac:spMk id="191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0T18:01:04.001" v="359" actId="20577"/>
          <ac:spMkLst>
            <pc:docMk/>
            <pc:sldMk cId="0" sldId="257"/>
            <ac:spMk id="192" creationId="{00000000-0000-0000-0000-000000000000}"/>
          </ac:spMkLst>
        </pc:spChg>
        <pc:picChg chg="add mod">
          <ac:chgData name="Agamya R Jain" userId="5379bb5ac236f65f" providerId="Windows Live" clId="Web-{00000000-0000-0000-0000-000000000000}" dt="2026-08-30T18:06:01.606" v="443" actId="14100"/>
          <ac:picMkLst>
            <pc:docMk/>
            <pc:sldMk cId="0" sldId="257"/>
            <ac:picMk id="2" creationId="{B8DAE6A2-0A47-A9DA-9BDD-054F4225C4A7}"/>
          </ac:picMkLst>
        </pc:picChg>
        <pc:picChg chg="add">
          <ac:chgData name="Agamya R Jain" userId="5379bb5ac236f65f" providerId="Windows Live" clId="Web-{00000000-0000-0000-0000-000000000000}" dt="2026-08-30T18:03:12.897" v="368"/>
          <ac:picMkLst>
            <pc:docMk/>
            <pc:sldMk cId="0" sldId="257"/>
            <ac:picMk id="4" creationId="{108AFD88-C187-7809-02CA-B359F5D807CF}"/>
          </ac:picMkLst>
        </pc:picChg>
        <pc:picChg chg="mod">
          <ac:chgData name="Agamya R Jain" userId="5379bb5ac236f65f" providerId="Windows Live" clId="Web-{00000000-0000-0000-0000-000000000000}" dt="2026-08-30T17:59:44.686" v="346" actId="14100"/>
          <ac:picMkLst>
            <pc:docMk/>
            <pc:sldMk cId="0" sldId="257"/>
            <ac:picMk id="176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0T18:00:40.110" v="356" actId="14100"/>
          <ac:picMkLst>
            <pc:docMk/>
            <pc:sldMk cId="0" sldId="257"/>
            <ac:picMk id="177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0T18:01:06.673" v="360" actId="14100"/>
          <ac:picMkLst>
            <pc:docMk/>
            <pc:sldMk cId="0" sldId="257"/>
            <ac:picMk id="178" creationId="{00000000-0000-0000-0000-000000000000}"/>
          </ac:picMkLst>
        </pc:picChg>
      </pc:sldChg>
      <pc:sldChg chg="addSp delSp modSp">
        <pc:chgData name="Agamya R Jain" userId="5379bb5ac236f65f" providerId="Windows Live" clId="Web-{00000000-0000-0000-0000-000000000000}" dt="2026-08-30T18:16:21.097" v="475" actId="20577"/>
        <pc:sldMkLst>
          <pc:docMk/>
          <pc:sldMk cId="0" sldId="258"/>
        </pc:sldMkLst>
        <pc:spChg chg="add del mod">
          <ac:chgData name="Agamya R Jain" userId="5379bb5ac236f65f" providerId="Windows Live" clId="Web-{00000000-0000-0000-0000-000000000000}" dt="2026-08-30T18:16:21.097" v="475" actId="20577"/>
          <ac:spMkLst>
            <pc:docMk/>
            <pc:sldMk cId="0" sldId="258"/>
            <ac:spMk id="226" creationId="{00000000-0000-0000-0000-000000000000}"/>
          </ac:spMkLst>
        </pc:spChg>
        <pc:picChg chg="add mod ord">
          <ac:chgData name="Agamya R Jain" userId="5379bb5ac236f65f" providerId="Windows Live" clId="Web-{00000000-0000-0000-0000-000000000000}" dt="2026-08-30T18:09:41.833" v="460" actId="14100"/>
          <ac:picMkLst>
            <pc:docMk/>
            <pc:sldMk cId="0" sldId="258"/>
            <ac:picMk id="3" creationId="{A5D5C45E-2B08-0717-9227-582B7A26BC9D}"/>
          </ac:picMkLst>
        </pc:picChg>
        <pc:picChg chg="del mod">
          <ac:chgData name="Agamya R Jain" userId="5379bb5ac236f65f" providerId="Windows Live" clId="Web-{00000000-0000-0000-0000-000000000000}" dt="2026-08-30T18:09:13.253" v="457"/>
          <ac:picMkLst>
            <pc:docMk/>
            <pc:sldMk cId="0" sldId="258"/>
            <ac:picMk id="201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0T18:09:47.239" v="461" actId="1076"/>
          <ac:picMkLst>
            <pc:docMk/>
            <pc:sldMk cId="0" sldId="258"/>
            <ac:picMk id="212" creationId="{00000000-0000-0000-0000-000000000000}"/>
          </ac:picMkLst>
        </pc:picChg>
      </pc:sldChg>
      <pc:sldChg chg="delSp modSp">
        <pc:chgData name="Agamya R Jain" userId="5379bb5ac236f65f" providerId="Windows Live" clId="Web-{00000000-0000-0000-0000-000000000000}" dt="2026-08-31T01:13:00.753" v="502" actId="1076"/>
        <pc:sldMkLst>
          <pc:docMk/>
          <pc:sldMk cId="0" sldId="260"/>
        </pc:sldMkLst>
        <pc:spChg chg="mod">
          <ac:chgData name="Agamya R Jain" userId="5379bb5ac236f65f" providerId="Windows Live" clId="Web-{00000000-0000-0000-0000-000000000000}" dt="2026-08-31T01:13:00.753" v="502" actId="1076"/>
          <ac:spMkLst>
            <pc:docMk/>
            <pc:sldMk cId="0" sldId="260"/>
            <ac:spMk id="316" creationId="{00000000-0000-0000-0000-000000000000}"/>
          </ac:spMkLst>
        </pc:spChg>
        <pc:picChg chg="del">
          <ac:chgData name="Agamya R Jain" userId="5379bb5ac236f65f" providerId="Windows Live" clId="Web-{00000000-0000-0000-0000-000000000000}" dt="2026-08-31T01:12:58.112" v="501"/>
          <ac:picMkLst>
            <pc:docMk/>
            <pc:sldMk cId="0" sldId="260"/>
            <ac:picMk id="321" creationId="{00000000-0000-0000-0000-000000000000}"/>
          </ac:picMkLst>
        </pc:picChg>
      </pc:sldChg>
      <pc:sldChg chg="addSp delSp modSp mod setBg">
        <pc:chgData name="Agamya R Jain" userId="5379bb5ac236f65f" providerId="Windows Live" clId="Web-{00000000-0000-0000-0000-000000000000}" dt="2026-08-30T18:14:39.437" v="471"/>
        <pc:sldMkLst>
          <pc:docMk/>
          <pc:sldMk cId="0" sldId="261"/>
        </pc:sldMkLst>
        <pc:spChg chg="mod">
          <ac:chgData name="Agamya R Jain" userId="5379bb5ac236f65f" providerId="Windows Live" clId="Web-{00000000-0000-0000-0000-000000000000}" dt="2026-08-30T09:11:22.250" v="195" actId="1076"/>
          <ac:spMkLst>
            <pc:docMk/>
            <pc:sldMk cId="0" sldId="261"/>
            <ac:spMk id="2" creationId="{3D3191EB-1548-BEDC-2AE3-C72BCE9F2881}"/>
          </ac:spMkLst>
        </pc:spChg>
        <pc:spChg chg="add mod">
          <ac:chgData name="Agamya R Jain" userId="5379bb5ac236f65f" providerId="Windows Live" clId="Web-{00000000-0000-0000-0000-000000000000}" dt="2026-08-30T09:11:22.453" v="199" actId="1076"/>
          <ac:spMkLst>
            <pc:docMk/>
            <pc:sldMk cId="0" sldId="261"/>
            <ac:spMk id="8" creationId="{C2F18418-3C6E-5EA0-8EB6-0BEB6F591E2D}"/>
          </ac:spMkLst>
        </pc:spChg>
        <pc:spChg chg="mod">
          <ac:chgData name="Agamya R Jain" userId="5379bb5ac236f65f" providerId="Windows Live" clId="Web-{00000000-0000-0000-0000-000000000000}" dt="2026-08-30T08:59:35.674" v="133" actId="1076"/>
          <ac:spMkLst>
            <pc:docMk/>
            <pc:sldMk cId="0" sldId="261"/>
            <ac:spMk id="36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0T08:29:18.472" v="41" actId="20577"/>
          <ac:spMkLst>
            <pc:docMk/>
            <pc:sldMk cId="0" sldId="261"/>
            <ac:spMk id="363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0T09:10:38.857" v="190" actId="20577"/>
          <ac:spMkLst>
            <pc:docMk/>
            <pc:sldMk cId="0" sldId="261"/>
            <ac:spMk id="36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0T09:11:22.093" v="193" actId="1076"/>
          <ac:spMkLst>
            <pc:docMk/>
            <pc:sldMk cId="0" sldId="261"/>
            <ac:spMk id="36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0T09:11:13.577" v="192" actId="1076"/>
          <ac:spMkLst>
            <pc:docMk/>
            <pc:sldMk cId="0" sldId="261"/>
            <ac:spMk id="402" creationId="{00000000-0000-0000-0000-000000000000}"/>
          </ac:spMkLst>
        </pc:spChg>
        <pc:graphicFrameChg chg="mod topLvl modGraphic">
          <ac:chgData name="Agamya R Jain" userId="5379bb5ac236f65f" providerId="Windows Live" clId="Web-{00000000-0000-0000-0000-000000000000}" dt="2026-08-30T09:11:22.203" v="194" actId="1076"/>
          <ac:graphicFrameMkLst>
            <pc:docMk/>
            <pc:sldMk cId="0" sldId="261"/>
            <ac:graphicFrameMk id="3" creationId="{0ECD1732-E8A4-0532-1DDE-41C43FD5A273}"/>
          </ac:graphicFrameMkLst>
        </pc:graphicFrameChg>
        <pc:graphicFrameChg chg="add del mod topLvl modGraphic">
          <ac:chgData name="Agamya R Jain" userId="5379bb5ac236f65f" providerId="Windows Live" clId="Web-{00000000-0000-0000-0000-000000000000}" dt="2026-08-30T08:42:56.959" v="46"/>
          <ac:graphicFrameMkLst>
            <pc:docMk/>
            <pc:sldMk cId="0" sldId="261"/>
            <ac:graphicFrameMk id="5" creationId="{65FD0954-9080-0ED8-AC6A-109E9F29E4FE}"/>
          </ac:graphicFrameMkLst>
        </pc:graphicFrameChg>
        <pc:graphicFrameChg chg="add mod topLvl modGraphic">
          <ac:chgData name="Agamya R Jain" userId="5379bb5ac236f65f" providerId="Windows Live" clId="Web-{00000000-0000-0000-0000-000000000000}" dt="2026-08-30T18:14:39.437" v="471"/>
          <ac:graphicFrameMkLst>
            <pc:docMk/>
            <pc:sldMk cId="0" sldId="261"/>
            <ac:graphicFrameMk id="6" creationId="{C9AC935E-82EE-A6FD-02EB-7221C3E25403}"/>
          </ac:graphicFrameMkLst>
        </pc:graphicFrameChg>
        <pc:graphicFrameChg chg="add mod topLvl modGraphic">
          <ac:chgData name="Agamya R Jain" userId="5379bb5ac236f65f" providerId="Windows Live" clId="Web-{00000000-0000-0000-0000-000000000000}" dt="2026-08-30T09:11:22.406" v="198" actId="1076"/>
          <ac:graphicFrameMkLst>
            <pc:docMk/>
            <pc:sldMk cId="0" sldId="261"/>
            <ac:graphicFrameMk id="7" creationId="{8FA02AEA-E7D4-28F9-9C25-908A0D2909AF}"/>
          </ac:graphicFrameMkLst>
        </pc:graphicFrameChg>
        <pc:picChg chg="mod">
          <ac:chgData name="Agamya R Jain" userId="5379bb5ac236f65f" providerId="Windows Live" clId="Web-{00000000-0000-0000-0000-000000000000}" dt="2026-08-30T09:11:22.297" v="196" actId="1076"/>
          <ac:picMkLst>
            <pc:docMk/>
            <pc:sldMk cId="0" sldId="261"/>
            <ac:picMk id="4" creationId="{75505A87-86EE-5687-AE48-C17CF5E0E57F}"/>
          </ac:picMkLst>
        </pc:picChg>
        <pc:picChg chg="add mod">
          <ac:chgData name="Agamya R Jain" userId="5379bb5ac236f65f" providerId="Windows Live" clId="Web-{00000000-0000-0000-0000-000000000000}" dt="2026-08-30T09:11:22.500" v="200" actId="1076"/>
          <ac:picMkLst>
            <pc:docMk/>
            <pc:sldMk cId="0" sldId="261"/>
            <ac:picMk id="9" creationId="{72D91612-6117-9E32-76EE-F2C680A1534A}"/>
          </ac:picMkLst>
        </pc:picChg>
        <pc:picChg chg="add mod">
          <ac:chgData name="Agamya R Jain" userId="5379bb5ac236f65f" providerId="Windows Live" clId="Web-{00000000-0000-0000-0000-000000000000}" dt="2026-08-30T09:11:22.547" v="201" actId="1076"/>
          <ac:picMkLst>
            <pc:docMk/>
            <pc:sldMk cId="0" sldId="261"/>
            <ac:picMk id="11" creationId="{BF73A40D-FBB9-DB68-24CF-A7C0695E3DF5}"/>
          </ac:picMkLst>
        </pc:picChg>
        <pc:picChg chg="del">
          <ac:chgData name="Agamya R Jain" userId="5379bb5ac236f65f" providerId="Windows Live" clId="Web-{00000000-0000-0000-0000-000000000000}" dt="2026-08-30T08:39:07.277" v="43"/>
          <ac:picMkLst>
            <pc:docMk/>
            <pc:sldMk cId="0" sldId="261"/>
            <ac:picMk id="351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0T08:59:28.846" v="131" actId="14100"/>
          <ac:picMkLst>
            <pc:docMk/>
            <pc:sldMk cId="0" sldId="261"/>
            <ac:picMk id="352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0T09:10:47.576" v="191"/>
          <ac:picMkLst>
            <pc:docMk/>
            <pc:sldMk cId="0" sldId="261"/>
            <ac:picMk id="368" creationId="{00000000-0000-0000-0000-000000000000}"/>
          </ac:picMkLst>
        </pc:picChg>
        <pc:picChg chg="del mod">
          <ac:chgData name="Agamya R Jain" userId="5379bb5ac236f65f" providerId="Windows Live" clId="Web-{00000000-0000-0000-0000-000000000000}" dt="2026-08-30T08:58:02.764" v="125"/>
          <ac:picMkLst>
            <pc:docMk/>
            <pc:sldMk cId="0" sldId="261"/>
            <ac:picMk id="371" creationId="{00000000-0000-0000-0000-000000000000}"/>
          </ac:picMkLst>
        </pc:picChg>
      </pc:sldChg>
      <pc:sldChg chg="addSp delSp modSp">
        <pc:chgData name="Agamya R Jain" userId="5379bb5ac236f65f" providerId="Windows Live" clId="Web-{00000000-0000-0000-0000-000000000000}" dt="2026-08-31T15:47:10.039" v="666" actId="1076"/>
        <pc:sldMkLst>
          <pc:docMk/>
          <pc:sldMk cId="0" sldId="262"/>
        </pc:sldMkLst>
        <pc:spChg chg="add mod">
          <ac:chgData name="Agamya R Jain" userId="5379bb5ac236f65f" providerId="Windows Live" clId="Web-{00000000-0000-0000-0000-000000000000}" dt="2026-08-31T15:46:06.191" v="656" actId="1076"/>
          <ac:spMkLst>
            <pc:docMk/>
            <pc:sldMk cId="0" sldId="262"/>
            <ac:spMk id="3" creationId="{DBC120BF-A75B-6595-72EC-C33391B2A6C8}"/>
          </ac:spMkLst>
        </pc:spChg>
        <pc:spChg chg="mod">
          <ac:chgData name="Agamya R Jain" userId="5379bb5ac236f65f" providerId="Windows Live" clId="Web-{00000000-0000-0000-0000-000000000000}" dt="2026-08-31T15:47:10.007" v="665" actId="1076"/>
          <ac:spMkLst>
            <pc:docMk/>
            <pc:sldMk cId="0" sldId="262"/>
            <ac:spMk id="41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5:47:10.039" v="666" actId="1076"/>
          <ac:spMkLst>
            <pc:docMk/>
            <pc:sldMk cId="0" sldId="262"/>
            <ac:spMk id="41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5:44:39.025" v="644" actId="14100"/>
          <ac:spMkLst>
            <pc:docMk/>
            <pc:sldMk cId="0" sldId="262"/>
            <ac:spMk id="41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5:47:03.445" v="660" actId="1076"/>
          <ac:spMkLst>
            <pc:docMk/>
            <pc:sldMk cId="0" sldId="262"/>
            <ac:spMk id="42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5:47:03.476" v="661" actId="1076"/>
          <ac:spMkLst>
            <pc:docMk/>
            <pc:sldMk cId="0" sldId="262"/>
            <ac:spMk id="42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5:47:03.507" v="662" actId="1076"/>
          <ac:spMkLst>
            <pc:docMk/>
            <pc:sldMk cId="0" sldId="262"/>
            <ac:spMk id="42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5:47:03.523" v="663" actId="1076"/>
          <ac:spMkLst>
            <pc:docMk/>
            <pc:sldMk cId="0" sldId="262"/>
            <ac:spMk id="429" creationId="{00000000-0000-0000-0000-000000000000}"/>
          </ac:spMkLst>
        </pc:spChg>
        <pc:graphicFrameChg chg="mod">
          <ac:chgData name="Agamya R Jain" userId="5379bb5ac236f65f" providerId="Windows Live" clId="Web-{00000000-0000-0000-0000-000000000000}" dt="2026-08-31T15:44:50.792" v="647" actId="14100"/>
          <ac:graphicFrameMkLst>
            <pc:docMk/>
            <pc:sldMk cId="0" sldId="262"/>
            <ac:graphicFrameMk id="2" creationId="{3D2A3971-9EFD-6B80-0EAC-D1C146C0E19D}"/>
          </ac:graphicFrameMkLst>
        </pc:graphicFrameChg>
        <pc:graphicFrameChg chg="mod modGraphic">
          <ac:chgData name="Agamya R Jain" userId="5379bb5ac236f65f" providerId="Windows Live" clId="Web-{00000000-0000-0000-0000-000000000000}" dt="2026-08-31T15:41:09.912" v="639"/>
          <ac:graphicFrameMkLst>
            <pc:docMk/>
            <pc:sldMk cId="0" sldId="262"/>
            <ac:graphicFrameMk id="419" creationId="{00000000-0000-0000-0000-000000000000}"/>
          </ac:graphicFrameMkLst>
        </pc:graphicFrameChg>
        <pc:picChg chg="add del mod">
          <ac:chgData name="Agamya R Jain" userId="5379bb5ac236f65f" providerId="Windows Live" clId="Web-{00000000-0000-0000-0000-000000000000}" dt="2026-08-31T15:19:42.221" v="518"/>
          <ac:picMkLst>
            <pc:docMk/>
            <pc:sldMk cId="0" sldId="262"/>
            <ac:picMk id="4" creationId="{15B939CB-52E8-93C2-8EA5-C10CD43BABBE}"/>
          </ac:picMkLst>
        </pc:picChg>
        <pc:picChg chg="add del mod">
          <ac:chgData name="Agamya R Jain" userId="5379bb5ac236f65f" providerId="Windows Live" clId="Web-{00000000-0000-0000-0000-000000000000}" dt="2026-08-31T15:19:42.221" v="517"/>
          <ac:picMkLst>
            <pc:docMk/>
            <pc:sldMk cId="0" sldId="262"/>
            <ac:picMk id="5" creationId="{704D22F6-CF46-ACDC-C582-8BC045DA5132}"/>
          </ac:picMkLst>
        </pc:picChg>
        <pc:picChg chg="add mod ord">
          <ac:chgData name="Agamya R Jain" userId="5379bb5ac236f65f" providerId="Windows Live" clId="Web-{00000000-0000-0000-0000-000000000000}" dt="2026-08-31T15:46:15.098" v="657" actId="14100"/>
          <ac:picMkLst>
            <pc:docMk/>
            <pc:sldMk cId="0" sldId="262"/>
            <ac:picMk id="6" creationId="{DE9C94B1-ACB7-44C7-0EEB-A45B7B45BF66}"/>
          </ac:picMkLst>
        </pc:picChg>
        <pc:picChg chg="mod">
          <ac:chgData name="Agamya R Jain" userId="5379bb5ac236f65f" providerId="Windows Live" clId="Web-{00000000-0000-0000-0000-000000000000}" dt="2026-08-31T15:47:09.976" v="664" actId="1076"/>
          <ac:picMkLst>
            <pc:docMk/>
            <pc:sldMk cId="0" sldId="262"/>
            <ac:picMk id="408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5:30:34.072" v="593" actId="14100"/>
          <ac:picMkLst>
            <pc:docMk/>
            <pc:sldMk cId="0" sldId="262"/>
            <ac:picMk id="409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5:47:03.382" v="658" actId="1076"/>
          <ac:picMkLst>
            <pc:docMk/>
            <pc:sldMk cId="0" sldId="262"/>
            <ac:picMk id="410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5:47:03.413" v="659" actId="1076"/>
          <ac:picMkLst>
            <pc:docMk/>
            <pc:sldMk cId="0" sldId="262"/>
            <ac:picMk id="411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01:13:10.019" v="503"/>
          <ac:picMkLst>
            <pc:docMk/>
            <pc:sldMk cId="0" sldId="262"/>
            <ac:picMk id="420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5:44:39.056" v="645" actId="14100"/>
          <ac:picMkLst>
            <pc:docMk/>
            <pc:sldMk cId="0" sldId="262"/>
            <ac:picMk id="421" creationId="{00000000-0000-0000-0000-000000000000}"/>
          </ac:picMkLst>
        </pc:picChg>
      </pc:sldChg>
      <pc:sldChg chg="delSp modSp">
        <pc:chgData name="Agamya R Jain" userId="5379bb5ac236f65f" providerId="Windows Live" clId="Web-{00000000-0000-0000-0000-000000000000}" dt="2026-08-31T01:13:33.848" v="509" actId="1076"/>
        <pc:sldMkLst>
          <pc:docMk/>
          <pc:sldMk cId="0" sldId="263"/>
        </pc:sldMkLst>
        <pc:spChg chg="mod">
          <ac:chgData name="Agamya R Jain" userId="5379bb5ac236f65f" providerId="Windows Live" clId="Web-{00000000-0000-0000-0000-000000000000}" dt="2026-08-31T01:13:33.848" v="509" actId="1076"/>
          <ac:spMkLst>
            <pc:docMk/>
            <pc:sldMk cId="0" sldId="263"/>
            <ac:spMk id="466" creationId="{00000000-0000-0000-0000-000000000000}"/>
          </ac:spMkLst>
        </pc:spChg>
        <pc:picChg chg="del">
          <ac:chgData name="Agamya R Jain" userId="5379bb5ac236f65f" providerId="Windows Live" clId="Web-{00000000-0000-0000-0000-000000000000}" dt="2026-08-31T01:13:29.691" v="508"/>
          <ac:picMkLst>
            <pc:docMk/>
            <pc:sldMk cId="0" sldId="263"/>
            <ac:picMk id="471" creationId="{00000000-0000-0000-0000-000000000000}"/>
          </ac:picMkLst>
        </pc:picChg>
      </pc:sldChg>
      <pc:sldChg chg="modSp">
        <pc:chgData name="Agamya R Jain" userId="5379bb5ac236f65f" providerId="Windows Live" clId="Web-{00000000-0000-0000-0000-000000000000}" dt="2026-08-13T06:01:38.761" v="29" actId="20577"/>
        <pc:sldMkLst>
          <pc:docMk/>
          <pc:sldMk cId="0" sldId="264"/>
        </pc:sldMkLst>
      </pc:sldChg>
      <pc:sldChg chg="modSp">
        <pc:chgData name="Agamya R Jain" userId="5379bb5ac236f65f" providerId="Windows Live" clId="Web-{00000000-0000-0000-0000-000000000000}" dt="2026-08-13T06:04:09.266" v="30" actId="1076"/>
        <pc:sldMkLst>
          <pc:docMk/>
          <pc:sldMk cId="0" sldId="265"/>
        </pc:sldMkLst>
      </pc:sldChg>
      <pc:sldChg chg="addSp delSp del">
        <pc:chgData name="Agamya R Jain" userId="5379bb5ac236f65f" providerId="Windows Live" clId="Web-{00000000-0000-0000-0000-000000000000}" dt="2026-08-30T17:57:08.212" v="336"/>
        <pc:sldMkLst>
          <pc:docMk/>
          <pc:sldMk cId="0" sldId="266"/>
        </pc:sldMkLst>
        <pc:spChg chg="add del">
          <ac:chgData name="Agamya R Jain" userId="5379bb5ac236f65f" providerId="Windows Live" clId="Web-{00000000-0000-0000-0000-000000000000}" dt="2026-08-30T17:32:50.440" v="203"/>
          <ac:spMkLst>
            <pc:docMk/>
            <pc:sldMk cId="0" sldId="266"/>
            <ac:spMk id="4" creationId="{68E0AF56-A3EF-BF85-032C-59B427620728}"/>
          </ac:spMkLst>
        </pc:spChg>
        <pc:spChg chg="add del">
          <ac:chgData name="Agamya R Jain" userId="5379bb5ac236f65f" providerId="Windows Live" clId="Web-{00000000-0000-0000-0000-000000000000}" dt="2026-08-30T17:32:50.440" v="203"/>
          <ac:spMkLst>
            <pc:docMk/>
            <pc:sldMk cId="0" sldId="266"/>
            <ac:spMk id="5" creationId="{DF0AB317-602D-EDCA-3E81-560424CF1222}"/>
          </ac:spMkLst>
        </pc:spChg>
        <pc:spChg chg="add del">
          <ac:chgData name="Agamya R Jain" userId="5379bb5ac236f65f" providerId="Windows Live" clId="Web-{00000000-0000-0000-0000-000000000000}" dt="2026-08-30T17:32:50.440" v="203"/>
          <ac:spMkLst>
            <pc:docMk/>
            <pc:sldMk cId="0" sldId="266"/>
            <ac:spMk id="6" creationId="{E75C5510-A144-9BE1-C5C6-52DFA7F41FE5}"/>
          </ac:spMkLst>
        </pc:spChg>
        <pc:spChg chg="add del">
          <ac:chgData name="Agamya R Jain" userId="5379bb5ac236f65f" providerId="Windows Live" clId="Web-{00000000-0000-0000-0000-000000000000}" dt="2026-08-30T17:32:50.440" v="203"/>
          <ac:spMkLst>
            <pc:docMk/>
            <pc:sldMk cId="0" sldId="266"/>
            <ac:spMk id="7" creationId="{298BD78F-A45E-EE9B-150D-1DA2CDDD88A8}"/>
          </ac:spMkLst>
        </pc:spChg>
        <pc:spChg chg="add del">
          <ac:chgData name="Agamya R Jain" userId="5379bb5ac236f65f" providerId="Windows Live" clId="Web-{00000000-0000-0000-0000-000000000000}" dt="2026-08-30T17:32:50.440" v="203"/>
          <ac:spMkLst>
            <pc:docMk/>
            <pc:sldMk cId="0" sldId="266"/>
            <ac:spMk id="8" creationId="{30286309-5786-F786-0E01-1748D817B433}"/>
          </ac:spMkLst>
        </pc:spChg>
        <pc:picChg chg="add del">
          <ac:chgData name="Agamya R Jain" userId="5379bb5ac236f65f" providerId="Windows Live" clId="Web-{00000000-0000-0000-0000-000000000000}" dt="2026-08-30T17:32:50.440" v="203"/>
          <ac:picMkLst>
            <pc:docMk/>
            <pc:sldMk cId="0" sldId="266"/>
            <ac:picMk id="2" creationId="{AAE372DD-FDD0-6420-B8D1-1D46A4F18808}"/>
          </ac:picMkLst>
        </pc:picChg>
        <pc:picChg chg="add del">
          <ac:chgData name="Agamya R Jain" userId="5379bb5ac236f65f" providerId="Windows Live" clId="Web-{00000000-0000-0000-0000-000000000000}" dt="2026-08-30T17:32:50.440" v="203"/>
          <ac:picMkLst>
            <pc:docMk/>
            <pc:sldMk cId="0" sldId="266"/>
            <ac:picMk id="3" creationId="{F212C796-6B24-80DD-4417-27AC135DCA0B}"/>
          </ac:picMkLst>
        </pc:picChg>
      </pc:sldChg>
      <pc:sldChg chg="delSp modSp">
        <pc:chgData name="Agamya R Jain" userId="5379bb5ac236f65f" providerId="Windows Live" clId="Web-{00000000-0000-0000-0000-000000000000}" dt="2026-08-31T16:04:01.771" v="705" actId="20577"/>
        <pc:sldMkLst>
          <pc:docMk/>
          <pc:sldMk cId="0" sldId="267"/>
        </pc:sldMkLst>
        <pc:spChg chg="mod">
          <ac:chgData name="Agamya R Jain" userId="5379bb5ac236f65f" providerId="Windows Live" clId="Web-{00000000-0000-0000-0000-000000000000}" dt="2026-08-31T15:56:14.757" v="689" actId="1076"/>
          <ac:spMkLst>
            <pc:docMk/>
            <pc:sldMk cId="0" sldId="267"/>
            <ac:spMk id="4" creationId="{3D0780B0-F515-D249-0EE7-F7BE6227639B}"/>
          </ac:spMkLst>
        </pc:spChg>
        <pc:spChg chg="mod">
          <ac:chgData name="Agamya R Jain" userId="5379bb5ac236f65f" providerId="Windows Live" clId="Web-{00000000-0000-0000-0000-000000000000}" dt="2026-08-31T16:04:01.771" v="705" actId="20577"/>
          <ac:spMkLst>
            <pc:docMk/>
            <pc:sldMk cId="0" sldId="267"/>
            <ac:spMk id="599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5:51:18.471" v="674"/>
          <ac:spMkLst>
            <pc:docMk/>
            <pc:sldMk cId="0" sldId="267"/>
            <ac:spMk id="600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5:51:18.471" v="673"/>
          <ac:spMkLst>
            <pc:docMk/>
            <pc:sldMk cId="0" sldId="267"/>
            <ac:spMk id="601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5:51:18.471" v="672"/>
          <ac:spMkLst>
            <pc:docMk/>
            <pc:sldMk cId="0" sldId="267"/>
            <ac:spMk id="602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5:51:18.471" v="671"/>
          <ac:spMkLst>
            <pc:docMk/>
            <pc:sldMk cId="0" sldId="267"/>
            <ac:spMk id="603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5:51:18.471" v="670"/>
          <ac:spMkLst>
            <pc:docMk/>
            <pc:sldMk cId="0" sldId="267"/>
            <ac:spMk id="604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5:51:18.471" v="669"/>
          <ac:spMkLst>
            <pc:docMk/>
            <pc:sldMk cId="0" sldId="267"/>
            <ac:spMk id="605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5:51:18.471" v="668"/>
          <ac:spMkLst>
            <pc:docMk/>
            <pc:sldMk cId="0" sldId="267"/>
            <ac:spMk id="606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5:51:18.471" v="667"/>
          <ac:spMkLst>
            <pc:docMk/>
            <pc:sldMk cId="0" sldId="267"/>
            <ac:spMk id="607" creationId="{00000000-0000-0000-0000-000000000000}"/>
          </ac:spMkLst>
        </pc:spChg>
        <pc:picChg chg="del mod">
          <ac:chgData name="Agamya R Jain" userId="5379bb5ac236f65f" providerId="Windows Live" clId="Web-{00000000-0000-0000-0000-000000000000}" dt="2026-08-31T15:56:07.507" v="687"/>
          <ac:picMkLst>
            <pc:docMk/>
            <pc:sldMk cId="0" sldId="267"/>
            <ac:picMk id="2" creationId="{E0CC6B08-50CE-219C-9943-02BE17866469}"/>
          </ac:picMkLst>
        </pc:picChg>
        <pc:picChg chg="del mod">
          <ac:chgData name="Agamya R Jain" userId="5379bb5ac236f65f" providerId="Windows Live" clId="Web-{00000000-0000-0000-0000-000000000000}" dt="2026-08-31T15:56:11.241" v="688"/>
          <ac:picMkLst>
            <pc:docMk/>
            <pc:sldMk cId="0" sldId="267"/>
            <ac:picMk id="5" creationId="{3D1E5A91-D856-2D6D-69D2-093A19172EBE}"/>
          </ac:picMkLst>
        </pc:picChg>
        <pc:picChg chg="del">
          <ac:chgData name="Agamya R Jain" userId="5379bb5ac236f65f" providerId="Windows Live" clId="Web-{00000000-0000-0000-0000-000000000000}" dt="2026-08-31T15:51:18.471" v="678"/>
          <ac:picMkLst>
            <pc:docMk/>
            <pc:sldMk cId="0" sldId="267"/>
            <ac:picMk id="593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5:51:18.471" v="677"/>
          <ac:picMkLst>
            <pc:docMk/>
            <pc:sldMk cId="0" sldId="267"/>
            <ac:picMk id="594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5:51:18.471" v="676"/>
          <ac:picMkLst>
            <pc:docMk/>
            <pc:sldMk cId="0" sldId="267"/>
            <ac:picMk id="595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5:51:18.471" v="675"/>
          <ac:picMkLst>
            <pc:docMk/>
            <pc:sldMk cId="0" sldId="267"/>
            <ac:picMk id="596" creationId="{00000000-0000-0000-0000-000000000000}"/>
          </ac:picMkLst>
        </pc:picChg>
      </pc:sldChg>
      <pc:sldChg chg="addSp delSp modSp add mod ord replId setBg">
        <pc:chgData name="Agamya R Jain" userId="5379bb5ac236f65f" providerId="Windows Live" clId="Web-{00000000-0000-0000-0000-000000000000}" dt="2026-08-30T17:56:58.836" v="335" actId="14100"/>
        <pc:sldMkLst>
          <pc:docMk/>
          <pc:sldMk cId="3134713384" sldId="268"/>
        </pc:sldMkLst>
        <pc:spChg chg="add mod">
          <ac:chgData name="Agamya R Jain" userId="5379bb5ac236f65f" providerId="Windows Live" clId="Web-{00000000-0000-0000-0000-000000000000}" dt="2026-08-30T17:36:27.932" v="247" actId="20577"/>
          <ac:spMkLst>
            <pc:docMk/>
            <pc:sldMk cId="3134713384" sldId="268"/>
            <ac:spMk id="4" creationId="{91EA93A8-D3AC-0FA9-9A31-DD00C2026FAE}"/>
          </ac:spMkLst>
        </pc:spChg>
        <pc:spChg chg="add">
          <ac:chgData name="Agamya R Jain" userId="5379bb5ac236f65f" providerId="Windows Live" clId="Web-{00000000-0000-0000-0000-000000000000}" dt="2026-08-30T17:33:39.441" v="226"/>
          <ac:spMkLst>
            <pc:docMk/>
            <pc:sldMk cId="3134713384" sldId="268"/>
            <ac:spMk id="5" creationId="{0B5DD68B-C5FA-4CF7-5513-A01C8D149591}"/>
          </ac:spMkLst>
        </pc:spChg>
        <pc:spChg chg="add">
          <ac:chgData name="Agamya R Jain" userId="5379bb5ac236f65f" providerId="Windows Live" clId="Web-{00000000-0000-0000-0000-000000000000}" dt="2026-08-30T17:33:39.441" v="226"/>
          <ac:spMkLst>
            <pc:docMk/>
            <pc:sldMk cId="3134713384" sldId="268"/>
            <ac:spMk id="6" creationId="{E43812C6-B042-64EC-C921-157C9548C8FF}"/>
          </ac:spMkLst>
        </pc:spChg>
        <pc:spChg chg="add mod">
          <ac:chgData name="Agamya R Jain" userId="5379bb5ac236f65f" providerId="Windows Live" clId="Web-{00000000-0000-0000-0000-000000000000}" dt="2026-08-30T17:53:16.594" v="288" actId="14100"/>
          <ac:spMkLst>
            <pc:docMk/>
            <pc:sldMk cId="3134713384" sldId="268"/>
            <ac:spMk id="7" creationId="{F23D059B-B6D8-F3E9-9648-2A471B0E061B}"/>
          </ac:spMkLst>
        </pc:spChg>
        <pc:spChg chg="add mod">
          <ac:chgData name="Agamya R Jain" userId="5379bb5ac236f65f" providerId="Windows Live" clId="Web-{00000000-0000-0000-0000-000000000000}" dt="2026-08-30T17:56:43.273" v="333" actId="1076"/>
          <ac:spMkLst>
            <pc:docMk/>
            <pc:sldMk cId="3134713384" sldId="268"/>
            <ac:spMk id="8" creationId="{D94F1E4E-4A26-6E22-1917-5C505A4373DE}"/>
          </ac:spMkLst>
        </pc:spChg>
        <pc:spChg chg="del">
          <ac:chgData name="Agamya R Jain" userId="5379bb5ac236f65f" providerId="Windows Live" clId="Web-{00000000-0000-0000-0000-000000000000}" dt="2026-08-30T17:33:31.675" v="219"/>
          <ac:spMkLst>
            <pc:docMk/>
            <pc:sldMk cId="3134713384" sldId="268"/>
            <ac:spMk id="571" creationId="{5792A048-86FF-24E6-B7A3-9ED65094B53F}"/>
          </ac:spMkLst>
        </pc:spChg>
        <pc:spChg chg="del">
          <ac:chgData name="Agamya R Jain" userId="5379bb5ac236f65f" providerId="Windows Live" clId="Web-{00000000-0000-0000-0000-000000000000}" dt="2026-08-30T17:33:31.675" v="218"/>
          <ac:spMkLst>
            <pc:docMk/>
            <pc:sldMk cId="3134713384" sldId="268"/>
            <ac:spMk id="572" creationId="{9D57D415-A913-A378-158F-883BD359EAD4}"/>
          </ac:spMkLst>
        </pc:spChg>
        <pc:spChg chg="del">
          <ac:chgData name="Agamya R Jain" userId="5379bb5ac236f65f" providerId="Windows Live" clId="Web-{00000000-0000-0000-0000-000000000000}" dt="2026-08-30T17:33:31.675" v="217"/>
          <ac:spMkLst>
            <pc:docMk/>
            <pc:sldMk cId="3134713384" sldId="268"/>
            <ac:spMk id="573" creationId="{0DC85FE7-ACF5-01F2-8F0E-2082B8646FBB}"/>
          </ac:spMkLst>
        </pc:spChg>
        <pc:spChg chg="del">
          <ac:chgData name="Agamya R Jain" userId="5379bb5ac236f65f" providerId="Windows Live" clId="Web-{00000000-0000-0000-0000-000000000000}" dt="2026-08-30T17:33:31.675" v="216"/>
          <ac:spMkLst>
            <pc:docMk/>
            <pc:sldMk cId="3134713384" sldId="268"/>
            <ac:spMk id="574" creationId="{32E9BDCC-F19B-A431-B3D4-B5D22290A253}"/>
          </ac:spMkLst>
        </pc:spChg>
        <pc:spChg chg="del">
          <ac:chgData name="Agamya R Jain" userId="5379bb5ac236f65f" providerId="Windows Live" clId="Web-{00000000-0000-0000-0000-000000000000}" dt="2026-08-30T17:33:31.675" v="215"/>
          <ac:spMkLst>
            <pc:docMk/>
            <pc:sldMk cId="3134713384" sldId="268"/>
            <ac:spMk id="575" creationId="{CFED3B44-AC59-BDB5-D051-219D5F0A4980}"/>
          </ac:spMkLst>
        </pc:spChg>
        <pc:spChg chg="del">
          <ac:chgData name="Agamya R Jain" userId="5379bb5ac236f65f" providerId="Windows Live" clId="Web-{00000000-0000-0000-0000-000000000000}" dt="2026-08-30T17:33:31.675" v="214"/>
          <ac:spMkLst>
            <pc:docMk/>
            <pc:sldMk cId="3134713384" sldId="268"/>
            <ac:spMk id="576" creationId="{6139E8A9-DDEE-EDB8-F613-3AE98465BB50}"/>
          </ac:spMkLst>
        </pc:spChg>
        <pc:spChg chg="del">
          <ac:chgData name="Agamya R Jain" userId="5379bb5ac236f65f" providerId="Windows Live" clId="Web-{00000000-0000-0000-0000-000000000000}" dt="2026-08-30T17:33:31.675" v="213"/>
          <ac:spMkLst>
            <pc:docMk/>
            <pc:sldMk cId="3134713384" sldId="268"/>
            <ac:spMk id="577" creationId="{C08707A0-F309-6FA2-4EAD-2B181843B4AD}"/>
          </ac:spMkLst>
        </pc:spChg>
        <pc:spChg chg="del">
          <ac:chgData name="Agamya R Jain" userId="5379bb5ac236f65f" providerId="Windows Live" clId="Web-{00000000-0000-0000-0000-000000000000}" dt="2026-08-30T17:33:31.675" v="212"/>
          <ac:spMkLst>
            <pc:docMk/>
            <pc:sldMk cId="3134713384" sldId="268"/>
            <ac:spMk id="578" creationId="{7711F74A-6CD1-6188-88F2-B184D081E43E}"/>
          </ac:spMkLst>
        </pc:spChg>
        <pc:spChg chg="del">
          <ac:chgData name="Agamya R Jain" userId="5379bb5ac236f65f" providerId="Windows Live" clId="Web-{00000000-0000-0000-0000-000000000000}" dt="2026-08-30T17:33:31.675" v="211"/>
          <ac:spMkLst>
            <pc:docMk/>
            <pc:sldMk cId="3134713384" sldId="268"/>
            <ac:spMk id="579" creationId="{AA56E4AB-48A1-1E1B-33DB-3B49715F2148}"/>
          </ac:spMkLst>
        </pc:spChg>
        <pc:spChg chg="del">
          <ac:chgData name="Agamya R Jain" userId="5379bb5ac236f65f" providerId="Windows Live" clId="Web-{00000000-0000-0000-0000-000000000000}" dt="2026-08-30T17:33:31.675" v="210"/>
          <ac:spMkLst>
            <pc:docMk/>
            <pc:sldMk cId="3134713384" sldId="268"/>
            <ac:spMk id="580" creationId="{C46531F1-5A93-2A4D-10CA-25FE2B576163}"/>
          </ac:spMkLst>
        </pc:spChg>
        <pc:spChg chg="mod">
          <ac:chgData name="Agamya R Jain" userId="5379bb5ac236f65f" providerId="Windows Live" clId="Web-{00000000-0000-0000-0000-000000000000}" dt="2026-08-30T17:36:36.901" v="248" actId="1076"/>
          <ac:spMkLst>
            <pc:docMk/>
            <pc:sldMk cId="3134713384" sldId="268"/>
            <ac:spMk id="586" creationId="{DF45B164-D613-C04D-2215-E9325BC4BC05}"/>
          </ac:spMkLst>
        </pc:spChg>
        <pc:picChg chg="add mod">
          <ac:chgData name="Agamya R Jain" userId="5379bb5ac236f65f" providerId="Windows Live" clId="Web-{00000000-0000-0000-0000-000000000000}" dt="2026-08-30T17:56:58.836" v="335" actId="14100"/>
          <ac:picMkLst>
            <pc:docMk/>
            <pc:sldMk cId="3134713384" sldId="268"/>
            <ac:picMk id="2" creationId="{0FC1C3E0-37C4-6DF4-F991-9AB0024C5C79}"/>
          </ac:picMkLst>
        </pc:picChg>
        <pc:picChg chg="add mod">
          <ac:chgData name="Agamya R Jain" userId="5379bb5ac236f65f" providerId="Windows Live" clId="Web-{00000000-0000-0000-0000-000000000000}" dt="2026-08-30T17:56:55.024" v="334" actId="14100"/>
          <ac:picMkLst>
            <pc:docMk/>
            <pc:sldMk cId="3134713384" sldId="268"/>
            <ac:picMk id="3" creationId="{3FF34C71-EF95-5683-07E1-2680BAAC6C0C}"/>
          </ac:picMkLst>
        </pc:picChg>
        <pc:picChg chg="del">
          <ac:chgData name="Agamya R Jain" userId="5379bb5ac236f65f" providerId="Windows Live" clId="Web-{00000000-0000-0000-0000-000000000000}" dt="2026-08-30T17:33:37.535" v="225"/>
          <ac:picMkLst>
            <pc:docMk/>
            <pc:sldMk cId="3134713384" sldId="268"/>
            <ac:picMk id="561" creationId="{3FA8673B-9191-7CF2-27FC-CD7C9A91D1BD}"/>
          </ac:picMkLst>
        </pc:picChg>
        <pc:picChg chg="del">
          <ac:chgData name="Agamya R Jain" userId="5379bb5ac236f65f" providerId="Windows Live" clId="Web-{00000000-0000-0000-0000-000000000000}" dt="2026-08-30T17:33:31.675" v="224"/>
          <ac:picMkLst>
            <pc:docMk/>
            <pc:sldMk cId="3134713384" sldId="268"/>
            <ac:picMk id="562" creationId="{77F79565-4F59-FDB6-ED7F-6BDA00D3940F}"/>
          </ac:picMkLst>
        </pc:picChg>
        <pc:picChg chg="del">
          <ac:chgData name="Agamya R Jain" userId="5379bb5ac236f65f" providerId="Windows Live" clId="Web-{00000000-0000-0000-0000-000000000000}" dt="2026-08-30T17:33:31.675" v="223"/>
          <ac:picMkLst>
            <pc:docMk/>
            <pc:sldMk cId="3134713384" sldId="268"/>
            <ac:picMk id="563" creationId="{EDFEAAB4-9BDD-AF48-40CF-EAC7DDD55439}"/>
          </ac:picMkLst>
        </pc:picChg>
        <pc:picChg chg="del">
          <ac:chgData name="Agamya R Jain" userId="5379bb5ac236f65f" providerId="Windows Live" clId="Web-{00000000-0000-0000-0000-000000000000}" dt="2026-08-30T17:33:31.675" v="222"/>
          <ac:picMkLst>
            <pc:docMk/>
            <pc:sldMk cId="3134713384" sldId="268"/>
            <ac:picMk id="564" creationId="{28C6878A-D43F-CC90-0ED1-D0087FEFB92A}"/>
          </ac:picMkLst>
        </pc:picChg>
        <pc:picChg chg="del">
          <ac:chgData name="Agamya R Jain" userId="5379bb5ac236f65f" providerId="Windows Live" clId="Web-{00000000-0000-0000-0000-000000000000}" dt="2026-08-30T17:33:31.675" v="221"/>
          <ac:picMkLst>
            <pc:docMk/>
            <pc:sldMk cId="3134713384" sldId="268"/>
            <ac:picMk id="565" creationId="{577B40C4-8573-56AF-B38C-EFAE70EEF5D6}"/>
          </ac:picMkLst>
        </pc:picChg>
        <pc:picChg chg="del">
          <ac:chgData name="Agamya R Jain" userId="5379bb5ac236f65f" providerId="Windows Live" clId="Web-{00000000-0000-0000-0000-000000000000}" dt="2026-08-30T17:33:31.675" v="220"/>
          <ac:picMkLst>
            <pc:docMk/>
            <pc:sldMk cId="3134713384" sldId="268"/>
            <ac:picMk id="566" creationId="{D7FB445A-8A5B-4692-6CE2-CAF44ED274D3}"/>
          </ac:picMkLst>
        </pc:picChg>
        <pc:picChg chg="del">
          <ac:chgData name="Agamya R Jain" userId="5379bb5ac236f65f" providerId="Windows Live" clId="Web-{00000000-0000-0000-0000-000000000000}" dt="2026-08-30T17:33:31.675" v="209"/>
          <ac:picMkLst>
            <pc:docMk/>
            <pc:sldMk cId="3134713384" sldId="268"/>
            <ac:picMk id="581" creationId="{06FE3289-4691-6127-DF3F-4C00B7D275F7}"/>
          </ac:picMkLst>
        </pc:picChg>
        <pc:picChg chg="del">
          <ac:chgData name="Agamya R Jain" userId="5379bb5ac236f65f" providerId="Windows Live" clId="Web-{00000000-0000-0000-0000-000000000000}" dt="2026-08-30T17:33:31.675" v="208"/>
          <ac:picMkLst>
            <pc:docMk/>
            <pc:sldMk cId="3134713384" sldId="268"/>
            <ac:picMk id="582" creationId="{1A91CC95-81E5-66B1-BFA2-84997D14646A}"/>
          </ac:picMkLst>
        </pc:picChg>
        <pc:picChg chg="del">
          <ac:chgData name="Agamya R Jain" userId="5379bb5ac236f65f" providerId="Windows Live" clId="Web-{00000000-0000-0000-0000-000000000000}" dt="2026-08-30T17:33:31.675" v="207"/>
          <ac:picMkLst>
            <pc:docMk/>
            <pc:sldMk cId="3134713384" sldId="268"/>
            <ac:picMk id="583" creationId="{F9863947-A3DE-B69E-6AE7-41D65BEE5AFD}"/>
          </ac:picMkLst>
        </pc:picChg>
        <pc:picChg chg="del">
          <ac:chgData name="Agamya R Jain" userId="5379bb5ac236f65f" providerId="Windows Live" clId="Web-{00000000-0000-0000-0000-000000000000}" dt="2026-08-30T17:33:31.675" v="206"/>
          <ac:picMkLst>
            <pc:docMk/>
            <pc:sldMk cId="3134713384" sldId="268"/>
            <ac:picMk id="584" creationId="{762BB6D8-A26B-53D1-DA34-65825062870E}"/>
          </ac:picMkLst>
        </pc:picChg>
        <pc:picChg chg="del">
          <ac:chgData name="Agamya R Jain" userId="5379bb5ac236f65f" providerId="Windows Live" clId="Web-{00000000-0000-0000-0000-000000000000}" dt="2026-08-30T17:33:31.675" v="205"/>
          <ac:picMkLst>
            <pc:docMk/>
            <pc:sldMk cId="3134713384" sldId="268"/>
            <ac:picMk id="585" creationId="{2AD37447-62FB-A22B-6929-4317EAFF63F1}"/>
          </ac:picMkLst>
        </pc:picChg>
      </pc:sldChg>
    </pc:docChg>
  </pc:docChgLst>
  <pc:docChgLst>
    <pc:chgData name="Agamya R Jain" userId="5379bb5ac236f65f" providerId="Windows Live" clId="Web-{98D1815F-125B-8927-D654-6E470B71DAE6}"/>
    <pc:docChg chg="addSld modSld sldOrd">
      <pc:chgData name="Agamya R Jain" userId="5379bb5ac236f65f" providerId="Windows Live" clId="Web-{98D1815F-125B-8927-D654-6E470B71DAE6}" dt="2026-08-30T10:57:19.157" v="409"/>
      <pc:docMkLst>
        <pc:docMk/>
      </pc:docMkLst>
      <pc:sldChg chg="modSp">
        <pc:chgData name="Agamya R Jain" userId="5379bb5ac236f65f" providerId="Windows Live" clId="Web-{98D1815F-125B-8927-D654-6E470B71DAE6}" dt="2026-08-30T10:43:53.671" v="259" actId="1076"/>
        <pc:sldMkLst>
          <pc:docMk/>
          <pc:sldMk cId="0" sldId="260"/>
        </pc:sldMkLst>
        <pc:spChg chg="mod">
          <ac:chgData name="Agamya R Jain" userId="5379bb5ac236f65f" providerId="Windows Live" clId="Web-{98D1815F-125B-8927-D654-6E470B71DAE6}" dt="2026-08-30T10:43:47.405" v="258" actId="20577"/>
          <ac:spMkLst>
            <pc:docMk/>
            <pc:sldMk cId="0" sldId="260"/>
            <ac:spMk id="316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43:41.373" v="256" actId="14100"/>
          <ac:spMkLst>
            <pc:docMk/>
            <pc:sldMk cId="0" sldId="260"/>
            <ac:spMk id="317" creationId="{00000000-0000-0000-0000-000000000000}"/>
          </ac:spMkLst>
        </pc:spChg>
        <pc:picChg chg="mod">
          <ac:chgData name="Agamya R Jain" userId="5379bb5ac236f65f" providerId="Windows Live" clId="Web-{98D1815F-125B-8927-D654-6E470B71DAE6}" dt="2026-08-30T10:43:53.671" v="259" actId="1076"/>
          <ac:picMkLst>
            <pc:docMk/>
            <pc:sldMk cId="0" sldId="260"/>
            <ac:picMk id="321" creationId="{00000000-0000-0000-0000-000000000000}"/>
          </ac:picMkLst>
        </pc:picChg>
      </pc:sldChg>
      <pc:sldChg chg="addSp delSp modSp">
        <pc:chgData name="Agamya R Jain" userId="5379bb5ac236f65f" providerId="Windows Live" clId="Web-{98D1815F-125B-8927-D654-6E470B71DAE6}" dt="2026-08-30T10:25:41.776" v="169" actId="20577"/>
        <pc:sldMkLst>
          <pc:docMk/>
          <pc:sldMk cId="0" sldId="261"/>
        </pc:sldMkLst>
        <pc:spChg chg="add mod">
          <ac:chgData name="Agamya R Jain" userId="5379bb5ac236f65f" providerId="Windows Live" clId="Web-{98D1815F-125B-8927-D654-6E470B71DAE6}" dt="2026-08-30T10:20:01.373" v="131" actId="1076"/>
          <ac:spMkLst>
            <pc:docMk/>
            <pc:sldMk cId="0" sldId="261"/>
            <ac:spMk id="19" creationId="{199D38FA-D0C3-1ABA-5A83-B0FA81024240}"/>
          </ac:spMkLst>
        </pc:spChg>
        <pc:spChg chg="add mod">
          <ac:chgData name="Agamya R Jain" userId="5379bb5ac236f65f" providerId="Windows Live" clId="Web-{98D1815F-125B-8927-D654-6E470B71DAE6}" dt="2026-08-30T10:19:58.404" v="129" actId="1076"/>
          <ac:spMkLst>
            <pc:docMk/>
            <pc:sldMk cId="0" sldId="261"/>
            <ac:spMk id="21" creationId="{D726F7F7-712E-E7F1-6B4B-2B0C920E86F2}"/>
          </ac:spMkLst>
        </pc:spChg>
        <pc:spChg chg="add mod">
          <ac:chgData name="Agamya R Jain" userId="5379bb5ac236f65f" providerId="Windows Live" clId="Web-{98D1815F-125B-8927-D654-6E470B71DAE6}" dt="2026-08-30T10:19:58.466" v="130" actId="1076"/>
          <ac:spMkLst>
            <pc:docMk/>
            <pc:sldMk cId="0" sldId="261"/>
            <ac:spMk id="23" creationId="{C128CDE1-B506-DC77-94B0-BB047A22EBB1}"/>
          </ac:spMkLst>
        </pc:spChg>
        <pc:spChg chg="add mod">
          <ac:chgData name="Agamya R Jain" userId="5379bb5ac236f65f" providerId="Windows Live" clId="Web-{98D1815F-125B-8927-D654-6E470B71DAE6}" dt="2026-08-30T10:23:50.647" v="160" actId="20577"/>
          <ac:spMkLst>
            <pc:docMk/>
            <pc:sldMk cId="0" sldId="261"/>
            <ac:spMk id="24" creationId="{0B9E3069-9FFD-21D8-5269-DF7E861D3CD9}"/>
          </ac:spMkLst>
        </pc:spChg>
        <pc:spChg chg="add mod">
          <ac:chgData name="Agamya R Jain" userId="5379bb5ac236f65f" providerId="Windows Live" clId="Web-{98D1815F-125B-8927-D654-6E470B71DAE6}" dt="2026-08-30T10:24:29.257" v="163" actId="20577"/>
          <ac:spMkLst>
            <pc:docMk/>
            <pc:sldMk cId="0" sldId="261"/>
            <ac:spMk id="25" creationId="{554FEA84-971F-F4FE-2F66-21847C7836F8}"/>
          </ac:spMkLst>
        </pc:spChg>
        <pc:spChg chg="add mod">
          <ac:chgData name="Agamya R Jain" userId="5379bb5ac236f65f" providerId="Windows Live" clId="Web-{98D1815F-125B-8927-D654-6E470B71DAE6}" dt="2026-08-30T10:24:45.586" v="165" actId="20577"/>
          <ac:spMkLst>
            <pc:docMk/>
            <pc:sldMk cId="0" sldId="261"/>
            <ac:spMk id="26" creationId="{6A5B04FC-2096-F91E-EB06-1922188EADFA}"/>
          </ac:spMkLst>
        </pc:spChg>
        <pc:spChg chg="add del mod">
          <ac:chgData name="Agamya R Jain" userId="5379bb5ac236f65f" providerId="Windows Live" clId="Web-{98D1815F-125B-8927-D654-6E470B71DAE6}" dt="2026-08-30T10:18:57.714" v="111"/>
          <ac:spMkLst>
            <pc:docMk/>
            <pc:sldMk cId="0" sldId="261"/>
            <ac:spMk id="28" creationId="{73E16050-CA23-7ADC-DB81-1FCA486CADFE}"/>
          </ac:spMkLst>
        </pc:spChg>
        <pc:spChg chg="add mod">
          <ac:chgData name="Agamya R Jain" userId="5379bb5ac236f65f" providerId="Windows Live" clId="Web-{98D1815F-125B-8927-D654-6E470B71DAE6}" dt="2026-08-30T10:25:41.776" v="169" actId="20577"/>
          <ac:spMkLst>
            <pc:docMk/>
            <pc:sldMk cId="0" sldId="261"/>
            <ac:spMk id="29" creationId="{DE4A5544-9F10-B2E5-4354-B8C77C163D65}"/>
          </ac:spMkLst>
        </pc:spChg>
        <pc:spChg chg="del">
          <ac:chgData name="Agamya R Jain" userId="5379bb5ac236f65f" providerId="Windows Live" clId="Web-{98D1815F-125B-8927-D654-6E470B71DAE6}" dt="2026-08-30T10:03:31.242" v="25"/>
          <ac:spMkLst>
            <pc:docMk/>
            <pc:sldMk cId="0" sldId="261"/>
            <ac:spMk id="360" creationId="{00000000-0000-0000-0000-000000000000}"/>
          </ac:spMkLst>
        </pc:spChg>
        <pc:spChg chg="del">
          <ac:chgData name="Agamya R Jain" userId="5379bb5ac236f65f" providerId="Windows Live" clId="Web-{98D1815F-125B-8927-D654-6E470B71DAE6}" dt="2026-08-30T10:03:31.242" v="24"/>
          <ac:spMkLst>
            <pc:docMk/>
            <pc:sldMk cId="0" sldId="261"/>
            <ac:spMk id="362" creationId="{00000000-0000-0000-0000-000000000000}"/>
          </ac:spMkLst>
        </pc:spChg>
        <pc:spChg chg="del">
          <ac:chgData name="Agamya R Jain" userId="5379bb5ac236f65f" providerId="Windows Live" clId="Web-{98D1815F-125B-8927-D654-6E470B71DAE6}" dt="2026-08-30T10:03:31.242" v="23"/>
          <ac:spMkLst>
            <pc:docMk/>
            <pc:sldMk cId="0" sldId="261"/>
            <ac:spMk id="363" creationId="{00000000-0000-0000-0000-000000000000}"/>
          </ac:spMkLst>
        </pc:spChg>
        <pc:spChg chg="del">
          <ac:chgData name="Agamya R Jain" userId="5379bb5ac236f65f" providerId="Windows Live" clId="Web-{98D1815F-125B-8927-D654-6E470B71DAE6}" dt="2026-08-30T10:03:31.242" v="22"/>
          <ac:spMkLst>
            <pc:docMk/>
            <pc:sldMk cId="0" sldId="261"/>
            <ac:spMk id="364" creationId="{00000000-0000-0000-0000-000000000000}"/>
          </ac:spMkLst>
        </pc:spChg>
        <pc:spChg chg="del">
          <ac:chgData name="Agamya R Jain" userId="5379bb5ac236f65f" providerId="Windows Live" clId="Web-{98D1815F-125B-8927-D654-6E470B71DAE6}" dt="2026-08-30T10:03:31.242" v="21"/>
          <ac:spMkLst>
            <pc:docMk/>
            <pc:sldMk cId="0" sldId="261"/>
            <ac:spMk id="369" creationId="{00000000-0000-0000-0000-000000000000}"/>
          </ac:spMkLst>
        </pc:spChg>
        <pc:spChg chg="del">
          <ac:chgData name="Agamya R Jain" userId="5379bb5ac236f65f" providerId="Windows Live" clId="Web-{98D1815F-125B-8927-D654-6E470B71DAE6}" dt="2026-08-30T10:03:31.242" v="20"/>
          <ac:spMkLst>
            <pc:docMk/>
            <pc:sldMk cId="0" sldId="261"/>
            <ac:spMk id="370" creationId="{00000000-0000-0000-0000-000000000000}"/>
          </ac:spMkLst>
        </pc:spChg>
        <pc:spChg chg="del">
          <ac:chgData name="Agamya R Jain" userId="5379bb5ac236f65f" providerId="Windows Live" clId="Web-{98D1815F-125B-8927-D654-6E470B71DAE6}" dt="2026-08-30T10:03:31.242" v="15"/>
          <ac:spMkLst>
            <pc:docMk/>
            <pc:sldMk cId="0" sldId="261"/>
            <ac:spMk id="397" creationId="{00000000-0000-0000-0000-000000000000}"/>
          </ac:spMkLst>
        </pc:spChg>
        <pc:spChg chg="del">
          <ac:chgData name="Agamya R Jain" userId="5379bb5ac236f65f" providerId="Windows Live" clId="Web-{98D1815F-125B-8927-D654-6E470B71DAE6}" dt="2026-08-30T10:03:31.242" v="14"/>
          <ac:spMkLst>
            <pc:docMk/>
            <pc:sldMk cId="0" sldId="261"/>
            <ac:spMk id="398" creationId="{00000000-0000-0000-0000-000000000000}"/>
          </ac:spMkLst>
        </pc:spChg>
        <pc:spChg chg="del">
          <ac:chgData name="Agamya R Jain" userId="5379bb5ac236f65f" providerId="Windows Live" clId="Web-{98D1815F-125B-8927-D654-6E470B71DAE6}" dt="2026-08-30T10:03:31.242" v="12"/>
          <ac:spMkLst>
            <pc:docMk/>
            <pc:sldMk cId="0" sldId="261"/>
            <ac:spMk id="400" creationId="{00000000-0000-0000-0000-000000000000}"/>
          </ac:spMkLst>
        </pc:spChg>
        <pc:spChg chg="del">
          <ac:chgData name="Agamya R Jain" userId="5379bb5ac236f65f" providerId="Windows Live" clId="Web-{98D1815F-125B-8927-D654-6E470B71DAE6}" dt="2026-08-30T10:03:31.242" v="11"/>
          <ac:spMkLst>
            <pc:docMk/>
            <pc:sldMk cId="0" sldId="261"/>
            <ac:spMk id="401" creationId="{00000000-0000-0000-0000-000000000000}"/>
          </ac:spMkLst>
        </pc:spChg>
        <pc:graphicFrameChg chg="mod">
          <ac:chgData name="Agamya R Jain" userId="5379bb5ac236f65f" providerId="Windows Live" clId="Web-{98D1815F-125B-8927-D654-6E470B71DAE6}" dt="2026-08-30T09:41:27.365" v="10" actId="14100"/>
          <ac:graphicFrameMkLst>
            <pc:docMk/>
            <pc:sldMk cId="0" sldId="261"/>
            <ac:graphicFrameMk id="3" creationId="{0ECD1732-E8A4-0532-1DDE-41C43FD5A273}"/>
          </ac:graphicFrameMkLst>
        </pc:graphicFrameChg>
        <pc:graphicFrameChg chg="mod topLvl modGraphic">
          <ac:chgData name="Agamya R Jain" userId="5379bb5ac236f65f" providerId="Windows Live" clId="Web-{98D1815F-125B-8927-D654-6E470B71DAE6}" dt="2026-08-30T09:40:47.926" v="9"/>
          <ac:graphicFrameMkLst>
            <pc:docMk/>
            <pc:sldMk cId="0" sldId="261"/>
            <ac:graphicFrameMk id="6" creationId="{C9AC935E-82EE-A6FD-02EB-7221C3E25403}"/>
          </ac:graphicFrameMkLst>
        </pc:graphicFrameChg>
        <pc:graphicFrameChg chg="mod topLvl modGraphic">
          <ac:chgData name="Agamya R Jain" userId="5379bb5ac236f65f" providerId="Windows Live" clId="Web-{98D1815F-125B-8927-D654-6E470B71DAE6}" dt="2026-08-30T09:40:37.706" v="8"/>
          <ac:graphicFrameMkLst>
            <pc:docMk/>
            <pc:sldMk cId="0" sldId="261"/>
            <ac:graphicFrameMk id="7" creationId="{8FA02AEA-E7D4-28F9-9C25-908A0D2909AF}"/>
          </ac:graphicFrameMkLst>
        </pc:graphicFrameChg>
        <pc:picChg chg="add mod">
          <ac:chgData name="Agamya R Jain" userId="5379bb5ac236f65f" providerId="Windows Live" clId="Web-{98D1815F-125B-8927-D654-6E470B71DAE6}" dt="2026-08-30T10:20:38.827" v="138" actId="14100"/>
          <ac:picMkLst>
            <pc:docMk/>
            <pc:sldMk cId="0" sldId="261"/>
            <ac:picMk id="10" creationId="{C7CDE3DC-C948-63DE-1F38-9E37D65E2B90}"/>
          </ac:picMkLst>
        </pc:picChg>
        <pc:picChg chg="add mod">
          <ac:chgData name="Agamya R Jain" userId="5379bb5ac236f65f" providerId="Windows Live" clId="Web-{98D1815F-125B-8927-D654-6E470B71DAE6}" dt="2026-08-30T10:20:38.874" v="139" actId="14100"/>
          <ac:picMkLst>
            <pc:docMk/>
            <pc:sldMk cId="0" sldId="261"/>
            <ac:picMk id="13" creationId="{507F113F-1B0F-9975-C460-A581A3EC129E}"/>
          </ac:picMkLst>
        </pc:picChg>
        <pc:picChg chg="add mod modCrop">
          <ac:chgData name="Agamya R Jain" userId="5379bb5ac236f65f" providerId="Windows Live" clId="Web-{98D1815F-125B-8927-D654-6E470B71DAE6}" dt="2026-08-30T10:20:38.921" v="140" actId="14100"/>
          <ac:picMkLst>
            <pc:docMk/>
            <pc:sldMk cId="0" sldId="261"/>
            <ac:picMk id="15" creationId="{E94E8F83-197C-582C-F437-A1A5189BBFBC}"/>
          </ac:picMkLst>
        </pc:picChg>
        <pc:picChg chg="add del">
          <ac:chgData name="Agamya R Jain" userId="5379bb5ac236f65f" providerId="Windows Live" clId="Web-{98D1815F-125B-8927-D654-6E470B71DAE6}" dt="2026-08-30T10:06:46.077" v="50"/>
          <ac:picMkLst>
            <pc:docMk/>
            <pc:sldMk cId="0" sldId="261"/>
            <ac:picMk id="17" creationId="{63CB523A-2553-B6A4-49F2-F791F557FA6D}"/>
          </ac:picMkLst>
        </pc:picChg>
        <pc:picChg chg="del">
          <ac:chgData name="Agamya R Jain" userId="5379bb5ac236f65f" providerId="Windows Live" clId="Web-{98D1815F-125B-8927-D654-6E470B71DAE6}" dt="2026-08-30T10:03:31.242" v="27"/>
          <ac:picMkLst>
            <pc:docMk/>
            <pc:sldMk cId="0" sldId="261"/>
            <ac:picMk id="352" creationId="{00000000-0000-0000-0000-000000000000}"/>
          </ac:picMkLst>
        </pc:picChg>
        <pc:picChg chg="del">
          <ac:chgData name="Agamya R Jain" userId="5379bb5ac236f65f" providerId="Windows Live" clId="Web-{98D1815F-125B-8927-D654-6E470B71DAE6}" dt="2026-08-30T10:03:31.242" v="26"/>
          <ac:picMkLst>
            <pc:docMk/>
            <pc:sldMk cId="0" sldId="261"/>
            <ac:picMk id="358" creationId="{00000000-0000-0000-0000-000000000000}"/>
          </ac:picMkLst>
        </pc:picChg>
        <pc:picChg chg="del">
          <ac:chgData name="Agamya R Jain" userId="5379bb5ac236f65f" providerId="Windows Live" clId="Web-{98D1815F-125B-8927-D654-6E470B71DAE6}" dt="2026-08-30T10:03:31.242" v="19"/>
          <ac:picMkLst>
            <pc:docMk/>
            <pc:sldMk cId="0" sldId="261"/>
            <ac:picMk id="377" creationId="{00000000-0000-0000-0000-000000000000}"/>
          </ac:picMkLst>
        </pc:picChg>
        <pc:picChg chg="del">
          <ac:chgData name="Agamya R Jain" userId="5379bb5ac236f65f" providerId="Windows Live" clId="Web-{98D1815F-125B-8927-D654-6E470B71DAE6}" dt="2026-08-30T10:03:31.242" v="18"/>
          <ac:picMkLst>
            <pc:docMk/>
            <pc:sldMk cId="0" sldId="261"/>
            <ac:picMk id="378" creationId="{00000000-0000-0000-0000-000000000000}"/>
          </ac:picMkLst>
        </pc:picChg>
        <pc:picChg chg="del">
          <ac:chgData name="Agamya R Jain" userId="5379bb5ac236f65f" providerId="Windows Live" clId="Web-{98D1815F-125B-8927-D654-6E470B71DAE6}" dt="2026-08-30T10:03:31.242" v="17"/>
          <ac:picMkLst>
            <pc:docMk/>
            <pc:sldMk cId="0" sldId="261"/>
            <ac:picMk id="379" creationId="{00000000-0000-0000-0000-000000000000}"/>
          </ac:picMkLst>
        </pc:picChg>
        <pc:picChg chg="del">
          <ac:chgData name="Agamya R Jain" userId="5379bb5ac236f65f" providerId="Windows Live" clId="Web-{98D1815F-125B-8927-D654-6E470B71DAE6}" dt="2026-08-30T10:03:31.242" v="16"/>
          <ac:picMkLst>
            <pc:docMk/>
            <pc:sldMk cId="0" sldId="261"/>
            <ac:picMk id="396" creationId="{00000000-0000-0000-0000-000000000000}"/>
          </ac:picMkLst>
        </pc:picChg>
        <pc:picChg chg="del">
          <ac:chgData name="Agamya R Jain" userId="5379bb5ac236f65f" providerId="Windows Live" clId="Web-{98D1815F-125B-8927-D654-6E470B71DAE6}" dt="2026-08-30T10:03:31.242" v="13"/>
          <ac:picMkLst>
            <pc:docMk/>
            <pc:sldMk cId="0" sldId="261"/>
            <ac:picMk id="399" creationId="{00000000-0000-0000-0000-000000000000}"/>
          </ac:picMkLst>
        </pc:picChg>
      </pc:sldChg>
      <pc:sldChg chg="delSp modSp mod setBg">
        <pc:chgData name="Agamya R Jain" userId="5379bb5ac236f65f" providerId="Windows Live" clId="Web-{98D1815F-125B-8927-D654-6E470B71DAE6}" dt="2026-08-30T10:54:34.948" v="363" actId="1076"/>
        <pc:sldMkLst>
          <pc:docMk/>
          <pc:sldMk cId="0" sldId="262"/>
        </pc:sldMkLst>
        <pc:spChg chg="mod">
          <ac:chgData name="Agamya R Jain" userId="5379bb5ac236f65f" providerId="Windows Live" clId="Web-{98D1815F-125B-8927-D654-6E470B71DAE6}" dt="2026-08-30T10:54:31.229" v="362" actId="1076"/>
          <ac:spMkLst>
            <pc:docMk/>
            <pc:sldMk cId="0" sldId="262"/>
            <ac:spMk id="416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44:14.421" v="265" actId="20577"/>
          <ac:spMkLst>
            <pc:docMk/>
            <pc:sldMk cId="0" sldId="262"/>
            <ac:spMk id="417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29:28.745" v="205" actId="1076"/>
          <ac:spMkLst>
            <pc:docMk/>
            <pc:sldMk cId="0" sldId="262"/>
            <ac:spMk id="418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43:01.481" v="246" actId="1076"/>
          <ac:spMkLst>
            <pc:docMk/>
            <pc:sldMk cId="0" sldId="262"/>
            <ac:spMk id="426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43:01.481" v="245" actId="1076"/>
          <ac:spMkLst>
            <pc:docMk/>
            <pc:sldMk cId="0" sldId="262"/>
            <ac:spMk id="427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43:01.481" v="244" actId="1076"/>
          <ac:spMkLst>
            <pc:docMk/>
            <pc:sldMk cId="0" sldId="262"/>
            <ac:spMk id="428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43:01.481" v="243" actId="1076"/>
          <ac:spMkLst>
            <pc:docMk/>
            <pc:sldMk cId="0" sldId="262"/>
            <ac:spMk id="429" creationId="{00000000-0000-0000-0000-000000000000}"/>
          </ac:spMkLst>
        </pc:spChg>
        <pc:graphicFrameChg chg="mod modGraphic">
          <ac:chgData name="Agamya R Jain" userId="5379bb5ac236f65f" providerId="Windows Live" clId="Web-{98D1815F-125B-8927-D654-6E470B71DAE6}" dt="2026-08-30T10:30:31.638" v="231"/>
          <ac:graphicFrameMkLst>
            <pc:docMk/>
            <pc:sldMk cId="0" sldId="262"/>
            <ac:graphicFrameMk id="419" creationId="{00000000-0000-0000-0000-000000000000}"/>
          </ac:graphicFrameMkLst>
        </pc:graphicFrameChg>
        <pc:picChg chg="del mod">
          <ac:chgData name="Agamya R Jain" userId="5379bb5ac236f65f" providerId="Windows Live" clId="Web-{98D1815F-125B-8927-D654-6E470B71DAE6}" dt="2026-08-30T10:30:49.592" v="232"/>
          <ac:picMkLst>
            <pc:docMk/>
            <pc:sldMk cId="0" sldId="262"/>
            <ac:picMk id="407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44:42.532" v="271" actId="14100"/>
          <ac:picMkLst>
            <pc:docMk/>
            <pc:sldMk cId="0" sldId="262"/>
            <ac:picMk id="408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28:43.885" v="197" actId="14100"/>
          <ac:picMkLst>
            <pc:docMk/>
            <pc:sldMk cId="0" sldId="262"/>
            <ac:picMk id="409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43:01.497" v="248" actId="1076"/>
          <ac:picMkLst>
            <pc:docMk/>
            <pc:sldMk cId="0" sldId="262"/>
            <ac:picMk id="410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43:01.481" v="247" actId="1076"/>
          <ac:picMkLst>
            <pc:docMk/>
            <pc:sldMk cId="0" sldId="262"/>
            <ac:picMk id="411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4:34.948" v="363" actId="1076"/>
          <ac:picMkLst>
            <pc:docMk/>
            <pc:sldMk cId="0" sldId="262"/>
            <ac:picMk id="420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29:28.792" v="207" actId="1076"/>
          <ac:picMkLst>
            <pc:docMk/>
            <pc:sldMk cId="0" sldId="262"/>
            <ac:picMk id="421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30:22.091" v="214" actId="1076"/>
          <ac:picMkLst>
            <pc:docMk/>
            <pc:sldMk cId="0" sldId="262"/>
            <ac:picMk id="444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30:16.653" v="213" actId="1076"/>
          <ac:picMkLst>
            <pc:docMk/>
            <pc:sldMk cId="0" sldId="262"/>
            <ac:picMk id="445" creationId="{00000000-0000-0000-0000-000000000000}"/>
          </ac:picMkLst>
        </pc:picChg>
        <pc:picChg chg="del mod">
          <ac:chgData name="Agamya R Jain" userId="5379bb5ac236f65f" providerId="Windows Live" clId="Web-{98D1815F-125B-8927-D654-6E470B71DAE6}" dt="2026-08-30T10:29:51.371" v="209"/>
          <ac:picMkLst>
            <pc:docMk/>
            <pc:sldMk cId="0" sldId="262"/>
            <ac:picMk id="446" creationId="{00000000-0000-0000-0000-000000000000}"/>
          </ac:picMkLst>
        </pc:picChg>
        <pc:picChg chg="del mod">
          <ac:chgData name="Agamya R Jain" userId="5379bb5ac236f65f" providerId="Windows Live" clId="Web-{98D1815F-125B-8927-D654-6E470B71DAE6}" dt="2026-08-30T10:30:10.731" v="212"/>
          <ac:picMkLst>
            <pc:docMk/>
            <pc:sldMk cId="0" sldId="262"/>
            <ac:picMk id="447" creationId="{00000000-0000-0000-0000-000000000000}"/>
          </ac:picMkLst>
        </pc:picChg>
      </pc:sldChg>
      <pc:sldChg chg="delSp modSp">
        <pc:chgData name="Agamya R Jain" userId="5379bb5ac236f65f" providerId="Windows Live" clId="Web-{98D1815F-125B-8927-D654-6E470B71DAE6}" dt="2026-08-30T10:54:50.589" v="364" actId="14100"/>
        <pc:sldMkLst>
          <pc:docMk/>
          <pc:sldMk cId="0" sldId="263"/>
        </pc:sldMkLst>
        <pc:spChg chg="del">
          <ac:chgData name="Agamya R Jain" userId="5379bb5ac236f65f" providerId="Windows Live" clId="Web-{98D1815F-125B-8927-D654-6E470B71DAE6}" dt="2026-08-30T10:45:58.300" v="288"/>
          <ac:spMkLst>
            <pc:docMk/>
            <pc:sldMk cId="0" sldId="263"/>
            <ac:spMk id="5" creationId="{04C4E9D6-11CE-AEFE-E140-1256F0147E05}"/>
          </ac:spMkLst>
        </pc:spChg>
        <pc:spChg chg="del">
          <ac:chgData name="Agamya R Jain" userId="5379bb5ac236f65f" providerId="Windows Live" clId="Web-{98D1815F-125B-8927-D654-6E470B71DAE6}" dt="2026-08-30T10:45:58.300" v="287"/>
          <ac:spMkLst>
            <pc:docMk/>
            <pc:sldMk cId="0" sldId="263"/>
            <ac:spMk id="6" creationId="{D9F82CB5-2993-A4E3-EDAA-A2B1D57CAEB1}"/>
          </ac:spMkLst>
        </pc:spChg>
        <pc:spChg chg="del">
          <ac:chgData name="Agamya R Jain" userId="5379bb5ac236f65f" providerId="Windows Live" clId="Web-{98D1815F-125B-8927-D654-6E470B71DAE6}" dt="2026-08-30T10:45:58.300" v="286"/>
          <ac:spMkLst>
            <pc:docMk/>
            <pc:sldMk cId="0" sldId="263"/>
            <ac:spMk id="7" creationId="{5D8975DA-7D08-2DD1-5FF2-3E55AE2571DF}"/>
          </ac:spMkLst>
        </pc:spChg>
        <pc:spChg chg="mod">
          <ac:chgData name="Agamya R Jain" userId="5379bb5ac236f65f" providerId="Windows Live" clId="Web-{98D1815F-125B-8927-D654-6E470B71DAE6}" dt="2026-08-30T10:51:08.530" v="338" actId="1076"/>
          <ac:spMkLst>
            <pc:docMk/>
            <pc:sldMk cId="0" sldId="263"/>
            <ac:spMk id="466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52:11.502" v="356" actId="20577"/>
          <ac:spMkLst>
            <pc:docMk/>
            <pc:sldMk cId="0" sldId="263"/>
            <ac:spMk id="467" creationId="{00000000-0000-0000-0000-000000000000}"/>
          </ac:spMkLst>
        </pc:spChg>
        <pc:picChg chg="mod">
          <ac:chgData name="Agamya R Jain" userId="5379bb5ac236f65f" providerId="Windows Live" clId="Web-{98D1815F-125B-8927-D654-6E470B71DAE6}" dt="2026-08-30T10:48:40.212" v="316" actId="14100"/>
          <ac:picMkLst>
            <pc:docMk/>
            <pc:sldMk cId="0" sldId="263"/>
            <ac:picMk id="454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46:09.457" v="289" actId="14100"/>
          <ac:picMkLst>
            <pc:docMk/>
            <pc:sldMk cId="0" sldId="263"/>
            <ac:picMk id="455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46:09.488" v="290" actId="14100"/>
          <ac:picMkLst>
            <pc:docMk/>
            <pc:sldMk cId="0" sldId="263"/>
            <ac:picMk id="456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46:09.503" v="291" actId="14100"/>
          <ac:picMkLst>
            <pc:docMk/>
            <pc:sldMk cId="0" sldId="263"/>
            <ac:picMk id="457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4:50.589" v="364" actId="14100"/>
          <ac:picMkLst>
            <pc:docMk/>
            <pc:sldMk cId="0" sldId="263"/>
            <ac:picMk id="471" creationId="{00000000-0000-0000-0000-000000000000}"/>
          </ac:picMkLst>
        </pc:picChg>
      </pc:sldChg>
      <pc:sldChg chg="ord">
        <pc:chgData name="Agamya R Jain" userId="5379bb5ac236f65f" providerId="Windows Live" clId="Web-{98D1815F-125B-8927-D654-6E470B71DAE6}" dt="2026-08-30T10:07:00.281" v="51"/>
        <pc:sldMkLst>
          <pc:docMk/>
          <pc:sldMk cId="0" sldId="264"/>
        </pc:sldMkLst>
      </pc:sldChg>
      <pc:sldChg chg="addSp delSp modSp mod setBg">
        <pc:chgData name="Agamya R Jain" userId="5379bb5ac236f65f" providerId="Windows Live" clId="Web-{98D1815F-125B-8927-D654-6E470B71DAE6}" dt="2026-08-30T10:56:59.625" v="387"/>
        <pc:sldMkLst>
          <pc:docMk/>
          <pc:sldMk cId="0" sldId="265"/>
        </pc:sldMkLst>
        <pc:spChg chg="del">
          <ac:chgData name="Agamya R Jain" userId="5379bb5ac236f65f" providerId="Windows Live" clId="Web-{98D1815F-125B-8927-D654-6E470B71DAE6}" dt="2026-08-30T10:52:52.441" v="360"/>
          <ac:spMkLst>
            <pc:docMk/>
            <pc:sldMk cId="0" sldId="265"/>
            <ac:spMk id="537" creationId="{00000000-0000-0000-0000-000000000000}"/>
          </ac:spMkLst>
        </pc:spChg>
        <pc:spChg chg="del">
          <ac:chgData name="Agamya R Jain" userId="5379bb5ac236f65f" providerId="Windows Live" clId="Web-{98D1815F-125B-8927-D654-6E470B71DAE6}" dt="2026-08-30T10:52:52.441" v="359"/>
          <ac:spMkLst>
            <pc:docMk/>
            <pc:sldMk cId="0" sldId="265"/>
            <ac:spMk id="538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55:49.763" v="369" actId="1076"/>
          <ac:spMkLst>
            <pc:docMk/>
            <pc:sldMk cId="0" sldId="265"/>
            <ac:spMk id="539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55:49.779" v="370" actId="1076"/>
          <ac:spMkLst>
            <pc:docMk/>
            <pc:sldMk cId="0" sldId="265"/>
            <ac:spMk id="540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55:49.795" v="371" actId="1076"/>
          <ac:spMkLst>
            <pc:docMk/>
            <pc:sldMk cId="0" sldId="265"/>
            <ac:spMk id="541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55:49.810" v="372" actId="1076"/>
          <ac:spMkLst>
            <pc:docMk/>
            <pc:sldMk cId="0" sldId="265"/>
            <ac:spMk id="542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55:49.826" v="374" actId="1076"/>
          <ac:spMkLst>
            <pc:docMk/>
            <pc:sldMk cId="0" sldId="265"/>
            <ac:spMk id="545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55:49.857" v="376" actId="1076"/>
          <ac:spMkLst>
            <pc:docMk/>
            <pc:sldMk cId="0" sldId="265"/>
            <ac:spMk id="547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55:49.873" v="378" actId="1076"/>
          <ac:spMkLst>
            <pc:docMk/>
            <pc:sldMk cId="0" sldId="265"/>
            <ac:spMk id="549" creationId="{00000000-0000-0000-0000-000000000000}"/>
          </ac:spMkLst>
        </pc:spChg>
        <pc:spChg chg="mod">
          <ac:chgData name="Agamya R Jain" userId="5379bb5ac236f65f" providerId="Windows Live" clId="Web-{98D1815F-125B-8927-D654-6E470B71DAE6}" dt="2026-08-30T10:55:49.904" v="380" actId="1076"/>
          <ac:spMkLst>
            <pc:docMk/>
            <pc:sldMk cId="0" sldId="265"/>
            <ac:spMk id="551" creationId="{00000000-0000-0000-0000-000000000000}"/>
          </ac:spMkLst>
        </pc:spChg>
        <pc:graphicFrameChg chg="add mod modGraphic">
          <ac:chgData name="Agamya R Jain" userId="5379bb5ac236f65f" providerId="Windows Live" clId="Web-{98D1815F-125B-8927-D654-6E470B71DAE6}" dt="2026-08-30T10:56:59.625" v="387"/>
          <ac:graphicFrameMkLst>
            <pc:docMk/>
            <pc:sldMk cId="0" sldId="265"/>
            <ac:graphicFrameMk id="3" creationId="{26F4FC13-E68E-26C9-C471-C226DD02A4A5}"/>
          </ac:graphicFrameMkLst>
        </pc:graphicFrameChg>
        <pc:picChg chg="del">
          <ac:chgData name="Agamya R Jain" userId="5379bb5ac236f65f" providerId="Windows Live" clId="Web-{98D1815F-125B-8927-D654-6E470B71DAE6}" dt="2026-08-30T10:52:44.253" v="357"/>
          <ac:picMkLst>
            <pc:docMk/>
            <pc:sldMk cId="0" sldId="265"/>
            <ac:picMk id="527" creationId="{00000000-0000-0000-0000-000000000000}"/>
          </ac:picMkLst>
        </pc:picChg>
        <pc:picChg chg="del">
          <ac:chgData name="Agamya R Jain" userId="5379bb5ac236f65f" providerId="Windows Live" clId="Web-{98D1815F-125B-8927-D654-6E470B71DAE6}" dt="2026-08-30T10:52:52.441" v="361"/>
          <ac:picMkLst>
            <pc:docMk/>
            <pc:sldMk cId="0" sldId="265"/>
            <ac:picMk id="528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701" v="365" actId="1076"/>
          <ac:picMkLst>
            <pc:docMk/>
            <pc:sldMk cId="0" sldId="265"/>
            <ac:picMk id="529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717" v="366" actId="1076"/>
          <ac:picMkLst>
            <pc:docMk/>
            <pc:sldMk cId="0" sldId="265"/>
            <ac:picMk id="530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732" v="367" actId="1076"/>
          <ac:picMkLst>
            <pc:docMk/>
            <pc:sldMk cId="0" sldId="265"/>
            <ac:picMk id="531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763" v="368" actId="1076"/>
          <ac:picMkLst>
            <pc:docMk/>
            <pc:sldMk cId="0" sldId="265"/>
            <ac:picMk id="532" creationId="{00000000-0000-0000-0000-000000000000}"/>
          </ac:picMkLst>
        </pc:picChg>
        <pc:picChg chg="del">
          <ac:chgData name="Agamya R Jain" userId="5379bb5ac236f65f" providerId="Windows Live" clId="Web-{98D1815F-125B-8927-D654-6E470B71DAE6}" dt="2026-08-30T10:52:52.441" v="358"/>
          <ac:picMkLst>
            <pc:docMk/>
            <pc:sldMk cId="0" sldId="265"/>
            <ac:picMk id="543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826" v="373" actId="1076"/>
          <ac:picMkLst>
            <pc:docMk/>
            <pc:sldMk cId="0" sldId="265"/>
            <ac:picMk id="544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842" v="375" actId="1076"/>
          <ac:picMkLst>
            <pc:docMk/>
            <pc:sldMk cId="0" sldId="265"/>
            <ac:picMk id="546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873" v="377" actId="1076"/>
          <ac:picMkLst>
            <pc:docMk/>
            <pc:sldMk cId="0" sldId="265"/>
            <ac:picMk id="548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888" v="379" actId="1076"/>
          <ac:picMkLst>
            <pc:docMk/>
            <pc:sldMk cId="0" sldId="265"/>
            <ac:picMk id="550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920" v="381" actId="1076"/>
          <ac:picMkLst>
            <pc:docMk/>
            <pc:sldMk cId="0" sldId="265"/>
            <ac:picMk id="552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920" v="382" actId="1076"/>
          <ac:picMkLst>
            <pc:docMk/>
            <pc:sldMk cId="0" sldId="265"/>
            <ac:picMk id="553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936" v="383" actId="1076"/>
          <ac:picMkLst>
            <pc:docMk/>
            <pc:sldMk cId="0" sldId="265"/>
            <ac:picMk id="554" creationId="{00000000-0000-0000-0000-000000000000}"/>
          </ac:picMkLst>
        </pc:picChg>
        <pc:picChg chg="mod">
          <ac:chgData name="Agamya R Jain" userId="5379bb5ac236f65f" providerId="Windows Live" clId="Web-{98D1815F-125B-8927-D654-6E470B71DAE6}" dt="2026-08-30T10:55:49.951" v="384" actId="1076"/>
          <ac:picMkLst>
            <pc:docMk/>
            <pc:sldMk cId="0" sldId="265"/>
            <ac:picMk id="555" creationId="{00000000-0000-0000-0000-000000000000}"/>
          </ac:picMkLst>
        </pc:picChg>
      </pc:sldChg>
      <pc:sldChg chg="delSp add replId">
        <pc:chgData name="Agamya R Jain" userId="5379bb5ac236f65f" providerId="Windows Live" clId="Web-{98D1815F-125B-8927-D654-6E470B71DAE6}" dt="2026-08-30T10:57:19.157" v="409"/>
        <pc:sldMkLst>
          <pc:docMk/>
          <pc:sldMk cId="3084265117" sldId="268"/>
        </pc:sldMkLst>
        <pc:spChg chg="del">
          <ac:chgData name="Agamya R Jain" userId="5379bb5ac236f65f" providerId="Windows Live" clId="Web-{98D1815F-125B-8927-D654-6E470B71DAE6}" dt="2026-08-30T10:57:19.157" v="404"/>
          <ac:spMkLst>
            <pc:docMk/>
            <pc:sldMk cId="3084265117" sldId="268"/>
            <ac:spMk id="539" creationId="{BE17446B-BBA1-B346-EDE6-59AD0DAA30A4}"/>
          </ac:spMkLst>
        </pc:spChg>
        <pc:spChg chg="del">
          <ac:chgData name="Agamya R Jain" userId="5379bb5ac236f65f" providerId="Windows Live" clId="Web-{98D1815F-125B-8927-D654-6E470B71DAE6}" dt="2026-08-30T10:57:19.157" v="403"/>
          <ac:spMkLst>
            <pc:docMk/>
            <pc:sldMk cId="3084265117" sldId="268"/>
            <ac:spMk id="540" creationId="{20221B59-7166-A0E4-5D16-4B484C230A1F}"/>
          </ac:spMkLst>
        </pc:spChg>
        <pc:spChg chg="del">
          <ac:chgData name="Agamya R Jain" userId="5379bb5ac236f65f" providerId="Windows Live" clId="Web-{98D1815F-125B-8927-D654-6E470B71DAE6}" dt="2026-08-30T10:57:19.157" v="402"/>
          <ac:spMkLst>
            <pc:docMk/>
            <pc:sldMk cId="3084265117" sldId="268"/>
            <ac:spMk id="541" creationId="{F5D7715E-4BC0-7F3E-D65F-7773172B7F56}"/>
          </ac:spMkLst>
        </pc:spChg>
        <pc:spChg chg="del">
          <ac:chgData name="Agamya R Jain" userId="5379bb5ac236f65f" providerId="Windows Live" clId="Web-{98D1815F-125B-8927-D654-6E470B71DAE6}" dt="2026-08-30T10:57:19.157" v="401"/>
          <ac:spMkLst>
            <pc:docMk/>
            <pc:sldMk cId="3084265117" sldId="268"/>
            <ac:spMk id="542" creationId="{0C84CCB0-7BE9-7BEE-5A32-5BC6537F78D1}"/>
          </ac:spMkLst>
        </pc:spChg>
        <pc:spChg chg="del">
          <ac:chgData name="Agamya R Jain" userId="5379bb5ac236f65f" providerId="Windows Live" clId="Web-{98D1815F-125B-8927-D654-6E470B71DAE6}" dt="2026-08-30T10:57:19.157" v="399"/>
          <ac:spMkLst>
            <pc:docMk/>
            <pc:sldMk cId="3084265117" sldId="268"/>
            <ac:spMk id="545" creationId="{E5DC060D-3F5E-D597-755B-C6FD9CF37978}"/>
          </ac:spMkLst>
        </pc:spChg>
        <pc:spChg chg="del">
          <ac:chgData name="Agamya R Jain" userId="5379bb5ac236f65f" providerId="Windows Live" clId="Web-{98D1815F-125B-8927-D654-6E470B71DAE6}" dt="2026-08-30T10:57:19.157" v="397"/>
          <ac:spMkLst>
            <pc:docMk/>
            <pc:sldMk cId="3084265117" sldId="268"/>
            <ac:spMk id="547" creationId="{BF67A877-41D2-B9C7-AAFC-508F6D1F7F96}"/>
          </ac:spMkLst>
        </pc:spChg>
        <pc:spChg chg="del">
          <ac:chgData name="Agamya R Jain" userId="5379bb5ac236f65f" providerId="Windows Live" clId="Web-{98D1815F-125B-8927-D654-6E470B71DAE6}" dt="2026-08-30T10:57:19.142" v="395"/>
          <ac:spMkLst>
            <pc:docMk/>
            <pc:sldMk cId="3084265117" sldId="268"/>
            <ac:spMk id="549" creationId="{BB018135-FAD6-B033-14B4-74372E21C753}"/>
          </ac:spMkLst>
        </pc:spChg>
        <pc:spChg chg="del">
          <ac:chgData name="Agamya R Jain" userId="5379bb5ac236f65f" providerId="Windows Live" clId="Web-{98D1815F-125B-8927-D654-6E470B71DAE6}" dt="2026-08-30T10:57:19.142" v="393"/>
          <ac:spMkLst>
            <pc:docMk/>
            <pc:sldMk cId="3084265117" sldId="268"/>
            <ac:spMk id="551" creationId="{A3FA7E28-C71B-A493-7FB2-3686BF1FBBB1}"/>
          </ac:spMkLst>
        </pc:spChg>
        <pc:picChg chg="del">
          <ac:chgData name="Agamya R Jain" userId="5379bb5ac236f65f" providerId="Windows Live" clId="Web-{98D1815F-125B-8927-D654-6E470B71DAE6}" dt="2026-08-30T10:57:19.157" v="409"/>
          <ac:picMkLst>
            <pc:docMk/>
            <pc:sldMk cId="3084265117" sldId="268"/>
            <ac:picMk id="529" creationId="{8FA216A6-84D5-E706-56B3-D1523C5C0469}"/>
          </ac:picMkLst>
        </pc:picChg>
        <pc:picChg chg="del">
          <ac:chgData name="Agamya R Jain" userId="5379bb5ac236f65f" providerId="Windows Live" clId="Web-{98D1815F-125B-8927-D654-6E470B71DAE6}" dt="2026-08-30T10:57:19.157" v="408"/>
          <ac:picMkLst>
            <pc:docMk/>
            <pc:sldMk cId="3084265117" sldId="268"/>
            <ac:picMk id="530" creationId="{B574EEAC-08EE-4972-E521-F1C2BF22CDE7}"/>
          </ac:picMkLst>
        </pc:picChg>
        <pc:picChg chg="del">
          <ac:chgData name="Agamya R Jain" userId="5379bb5ac236f65f" providerId="Windows Live" clId="Web-{98D1815F-125B-8927-D654-6E470B71DAE6}" dt="2026-08-30T10:57:19.157" v="407"/>
          <ac:picMkLst>
            <pc:docMk/>
            <pc:sldMk cId="3084265117" sldId="268"/>
            <ac:picMk id="531" creationId="{55A37E42-42AA-E8A4-A841-8EF52185F8AD}"/>
          </ac:picMkLst>
        </pc:picChg>
        <pc:picChg chg="del">
          <ac:chgData name="Agamya R Jain" userId="5379bb5ac236f65f" providerId="Windows Live" clId="Web-{98D1815F-125B-8927-D654-6E470B71DAE6}" dt="2026-08-30T10:57:19.157" v="406"/>
          <ac:picMkLst>
            <pc:docMk/>
            <pc:sldMk cId="3084265117" sldId="268"/>
            <ac:picMk id="532" creationId="{8B35C9AD-B6AD-4F6A-5C5C-366DFCED3A2D}"/>
          </ac:picMkLst>
        </pc:picChg>
        <pc:picChg chg="del">
          <ac:chgData name="Agamya R Jain" userId="5379bb5ac236f65f" providerId="Windows Live" clId="Web-{98D1815F-125B-8927-D654-6E470B71DAE6}" dt="2026-08-30T10:57:19.157" v="405"/>
          <ac:picMkLst>
            <pc:docMk/>
            <pc:sldMk cId="3084265117" sldId="268"/>
            <ac:picMk id="533" creationId="{B44D99C8-345B-45D6-5735-902467B756E6}"/>
          </ac:picMkLst>
        </pc:picChg>
        <pc:picChg chg="del">
          <ac:chgData name="Agamya R Jain" userId="5379bb5ac236f65f" providerId="Windows Live" clId="Web-{98D1815F-125B-8927-D654-6E470B71DAE6}" dt="2026-08-30T10:57:19.157" v="400"/>
          <ac:picMkLst>
            <pc:docMk/>
            <pc:sldMk cId="3084265117" sldId="268"/>
            <ac:picMk id="544" creationId="{B1984104-2BCE-679D-4551-F6947C013778}"/>
          </ac:picMkLst>
        </pc:picChg>
        <pc:picChg chg="del">
          <ac:chgData name="Agamya R Jain" userId="5379bb5ac236f65f" providerId="Windows Live" clId="Web-{98D1815F-125B-8927-D654-6E470B71DAE6}" dt="2026-08-30T10:57:19.157" v="398"/>
          <ac:picMkLst>
            <pc:docMk/>
            <pc:sldMk cId="3084265117" sldId="268"/>
            <ac:picMk id="546" creationId="{D2E43F64-F45B-4170-2070-2E207A477D2B}"/>
          </ac:picMkLst>
        </pc:picChg>
        <pc:picChg chg="del">
          <ac:chgData name="Agamya R Jain" userId="5379bb5ac236f65f" providerId="Windows Live" clId="Web-{98D1815F-125B-8927-D654-6E470B71DAE6}" dt="2026-08-30T10:57:19.142" v="396"/>
          <ac:picMkLst>
            <pc:docMk/>
            <pc:sldMk cId="3084265117" sldId="268"/>
            <ac:picMk id="548" creationId="{D16015FC-4821-E150-648F-747157AD6418}"/>
          </ac:picMkLst>
        </pc:picChg>
        <pc:picChg chg="del">
          <ac:chgData name="Agamya R Jain" userId="5379bb5ac236f65f" providerId="Windows Live" clId="Web-{98D1815F-125B-8927-D654-6E470B71DAE6}" dt="2026-08-30T10:57:19.142" v="394"/>
          <ac:picMkLst>
            <pc:docMk/>
            <pc:sldMk cId="3084265117" sldId="268"/>
            <ac:picMk id="550" creationId="{08E2010E-F8D3-4262-B956-62F435BF3DAA}"/>
          </ac:picMkLst>
        </pc:picChg>
        <pc:picChg chg="del">
          <ac:chgData name="Agamya R Jain" userId="5379bb5ac236f65f" providerId="Windows Live" clId="Web-{98D1815F-125B-8927-D654-6E470B71DAE6}" dt="2026-08-30T10:57:19.142" v="392"/>
          <ac:picMkLst>
            <pc:docMk/>
            <pc:sldMk cId="3084265117" sldId="268"/>
            <ac:picMk id="552" creationId="{A6A90D05-C340-5D4A-BC5D-F222F5D616C9}"/>
          </ac:picMkLst>
        </pc:picChg>
        <pc:picChg chg="del">
          <ac:chgData name="Agamya R Jain" userId="5379bb5ac236f65f" providerId="Windows Live" clId="Web-{98D1815F-125B-8927-D654-6E470B71DAE6}" dt="2026-08-30T10:57:19.142" v="391"/>
          <ac:picMkLst>
            <pc:docMk/>
            <pc:sldMk cId="3084265117" sldId="268"/>
            <ac:picMk id="553" creationId="{D7E79AB5-853F-8998-CEE6-D98C6FD19EFA}"/>
          </ac:picMkLst>
        </pc:picChg>
        <pc:picChg chg="del">
          <ac:chgData name="Agamya R Jain" userId="5379bb5ac236f65f" providerId="Windows Live" clId="Web-{98D1815F-125B-8927-D654-6E470B71DAE6}" dt="2026-08-30T10:57:19.142" v="390"/>
          <ac:picMkLst>
            <pc:docMk/>
            <pc:sldMk cId="3084265117" sldId="268"/>
            <ac:picMk id="554" creationId="{A97B1FC5-3B8D-C258-EF60-10BFDE13652D}"/>
          </ac:picMkLst>
        </pc:picChg>
        <pc:picChg chg="del">
          <ac:chgData name="Agamya R Jain" userId="5379bb5ac236f65f" providerId="Windows Live" clId="Web-{98D1815F-125B-8927-D654-6E470B71DAE6}" dt="2026-08-30T10:57:19.142" v="389"/>
          <ac:picMkLst>
            <pc:docMk/>
            <pc:sldMk cId="3084265117" sldId="268"/>
            <ac:picMk id="555" creationId="{365177A9-6500-C359-C841-AB786FFD9D2C}"/>
          </ac:picMkLst>
        </pc:picChg>
      </pc:sldChg>
    </pc:docChg>
  </pc:docChgLst>
  <pc:docChgLst>
    <pc:chgData name="Agamya R Jain" userId="5379bb5ac236f65f" providerId="Windows Live" clId="Web-{00CB21E8-43F4-C917-A2A0-78CE97422CC2}"/>
    <pc:docChg chg="modSld">
      <pc:chgData name="Agamya R Jain" userId="5379bb5ac236f65f" providerId="Windows Live" clId="Web-{00CB21E8-43F4-C917-A2A0-78CE97422CC2}" dt="2026-08-04T16:02:55.403" v="10" actId="1076"/>
      <pc:docMkLst>
        <pc:docMk/>
      </pc:docMkLst>
      <pc:sldChg chg="addSp delSp modSp">
        <pc:chgData name="Agamya R Jain" userId="5379bb5ac236f65f" providerId="Windows Live" clId="Web-{00CB21E8-43F4-C917-A2A0-78CE97422CC2}" dt="2026-08-04T16:02:55.403" v="10" actId="1076"/>
        <pc:sldMkLst>
          <pc:docMk/>
          <pc:sldMk cId="0" sldId="256"/>
        </pc:sldMkLst>
        <pc:picChg chg="add mod">
          <ac:chgData name="Agamya R Jain" userId="5379bb5ac236f65f" providerId="Windows Live" clId="Web-{00CB21E8-43F4-C917-A2A0-78CE97422CC2}" dt="2026-08-04T16:02:55.403" v="10" actId="1076"/>
          <ac:picMkLst>
            <pc:docMk/>
            <pc:sldMk cId="0" sldId="256"/>
            <ac:picMk id="2" creationId="{B85B5578-261D-4221-7DCE-82AFCAF7EB32}"/>
          </ac:picMkLst>
        </pc:picChg>
      </pc:sldChg>
    </pc:docChg>
  </pc:docChgLst>
  <pc:docChgLst>
    <pc:chgData name="Agamya R Jain" userId="5379bb5ac236f65f" providerId="Windows Live" clId="Web-{B8610D4B-4DF4-5FA2-1327-C86E16DBDA7B}"/>
    <pc:docChg chg="modSld">
      <pc:chgData name="Agamya R Jain" userId="5379bb5ac236f65f" providerId="Windows Live" clId="Web-{B8610D4B-4DF4-5FA2-1327-C86E16DBDA7B}" dt="2026-08-04T15:50:12.042" v="435" actId="1076"/>
      <pc:docMkLst>
        <pc:docMk/>
      </pc:docMkLst>
      <pc:sldChg chg="modSp">
        <pc:chgData name="Agamya R Jain" userId="5379bb5ac236f65f" providerId="Windows Live" clId="Web-{B8610D4B-4DF4-5FA2-1327-C86E16DBDA7B}" dt="2026-08-04T15:50:12.042" v="435" actId="1076"/>
        <pc:sldMkLst>
          <pc:docMk/>
          <pc:sldMk cId="0" sldId="256"/>
        </pc:sldMkLst>
      </pc:sldChg>
      <pc:sldChg chg="addSp delSp modSp">
        <pc:chgData name="Agamya R Jain" userId="5379bb5ac236f65f" providerId="Windows Live" clId="Web-{B8610D4B-4DF4-5FA2-1327-C86E16DBDA7B}" dt="2026-08-04T15:17:57.496" v="298"/>
        <pc:sldMkLst>
          <pc:docMk/>
          <pc:sldMk cId="0" sldId="263"/>
        </pc:sldMkLst>
        <pc:spChg chg="add mod">
          <ac:chgData name="Agamya R Jain" userId="5379bb5ac236f65f" providerId="Windows Live" clId="Web-{B8610D4B-4DF4-5FA2-1327-C86E16DBDA7B}" dt="2026-08-04T15:05:10.504" v="115" actId="20577"/>
          <ac:spMkLst>
            <pc:docMk/>
            <pc:sldMk cId="0" sldId="263"/>
            <ac:spMk id="2" creationId="{2CC6CAA9-5FB1-6024-943B-0E2C9D888478}"/>
          </ac:spMkLst>
        </pc:spChg>
        <pc:spChg chg="add mod">
          <ac:chgData name="Agamya R Jain" userId="5379bb5ac236f65f" providerId="Windows Live" clId="Web-{B8610D4B-4DF4-5FA2-1327-C86E16DBDA7B}" dt="2026-08-04T15:05:04.191" v="114" actId="20577"/>
          <ac:spMkLst>
            <pc:docMk/>
            <pc:sldMk cId="0" sldId="263"/>
            <ac:spMk id="3" creationId="{92B328B0-40E6-946D-E3C3-F052F4078E39}"/>
          </ac:spMkLst>
        </pc:spChg>
        <pc:spChg chg="add mod">
          <ac:chgData name="Agamya R Jain" userId="5379bb5ac236f65f" providerId="Windows Live" clId="Web-{B8610D4B-4DF4-5FA2-1327-C86E16DBDA7B}" dt="2026-08-04T15:04:56.691" v="113" actId="20577"/>
          <ac:spMkLst>
            <pc:docMk/>
            <pc:sldMk cId="0" sldId="263"/>
            <ac:spMk id="4" creationId="{A8B3544C-9BC0-5412-58C5-71C008DB4401}"/>
          </ac:spMkLst>
        </pc:spChg>
        <pc:spChg chg="mod">
          <ac:chgData name="Agamya R Jain" userId="5379bb5ac236f65f" providerId="Windows Live" clId="Web-{B8610D4B-4DF4-5FA2-1327-C86E16DBDA7B}" dt="2026-08-04T15:17:57.496" v="298"/>
          <ac:spMkLst>
            <pc:docMk/>
            <pc:sldMk cId="0" sldId="263"/>
            <ac:spMk id="463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6:37.897" v="131"/>
          <ac:spMkLst>
            <pc:docMk/>
            <pc:sldMk cId="0" sldId="263"/>
            <ac:spMk id="466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16:19.961" v="292" actId="20577"/>
          <ac:spMkLst>
            <pc:docMk/>
            <pc:sldMk cId="0" sldId="263"/>
            <ac:spMk id="467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35" v="132"/>
          <ac:spMkLst>
            <pc:docMk/>
            <pc:sldMk cId="0" sldId="263"/>
            <ac:spMk id="468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35" v="133"/>
          <ac:spMkLst>
            <pc:docMk/>
            <pc:sldMk cId="0" sldId="263"/>
            <ac:spMk id="469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35" v="134"/>
          <ac:spMkLst>
            <pc:docMk/>
            <pc:sldMk cId="0" sldId="263"/>
            <ac:spMk id="470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35" v="135"/>
          <ac:spMkLst>
            <pc:docMk/>
            <pc:sldMk cId="0" sldId="263"/>
            <ac:spMk id="474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35" v="136"/>
          <ac:spMkLst>
            <pc:docMk/>
            <pc:sldMk cId="0" sldId="263"/>
            <ac:spMk id="475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35" v="137"/>
          <ac:spMkLst>
            <pc:docMk/>
            <pc:sldMk cId="0" sldId="263"/>
            <ac:spMk id="476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35" v="138"/>
          <ac:spMkLst>
            <pc:docMk/>
            <pc:sldMk cId="0" sldId="263"/>
            <ac:spMk id="477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51" v="139"/>
          <ac:spMkLst>
            <pc:docMk/>
            <pc:sldMk cId="0" sldId="263"/>
            <ac:spMk id="480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51" v="140"/>
          <ac:spMkLst>
            <pc:docMk/>
            <pc:sldMk cId="0" sldId="263"/>
            <ac:spMk id="481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51" v="141"/>
          <ac:spMkLst>
            <pc:docMk/>
            <pc:sldMk cId="0" sldId="263"/>
            <ac:spMk id="482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51" v="142"/>
          <ac:spMkLst>
            <pc:docMk/>
            <pc:sldMk cId="0" sldId="263"/>
            <ac:spMk id="483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51" v="143"/>
          <ac:spMkLst>
            <pc:docMk/>
            <pc:sldMk cId="0" sldId="263"/>
            <ac:spMk id="486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51" v="144"/>
          <ac:spMkLst>
            <pc:docMk/>
            <pc:sldMk cId="0" sldId="263"/>
            <ac:spMk id="487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651" v="145"/>
          <ac:spMkLst>
            <pc:docMk/>
            <pc:sldMk cId="0" sldId="263"/>
            <ac:spMk id="488" creationId="{00000000-0000-0000-0000-000000000000}"/>
          </ac:spMkLst>
        </pc:spChg>
        <pc:spChg chg="mod">
          <ac:chgData name="Agamya R Jain" userId="5379bb5ac236f65f" providerId="Windows Live" clId="Web-{B8610D4B-4DF4-5FA2-1327-C86E16DBDA7B}" dt="2026-08-04T15:08:54.932" v="146"/>
          <ac:spMkLst>
            <pc:docMk/>
            <pc:sldMk cId="0" sldId="263"/>
            <ac:spMk id="489" creationId="{00000000-0000-0000-0000-000000000000}"/>
          </ac:spMkLst>
        </pc:spChg>
        <pc:picChg chg="mod">
          <ac:chgData name="Agamya R Jain" userId="5379bb5ac236f65f" providerId="Windows Live" clId="Web-{B8610D4B-4DF4-5FA2-1327-C86E16DBDA7B}" dt="2026-08-04T14:54:21.032" v="17" actId="1076"/>
          <ac:picMkLst>
            <pc:docMk/>
            <pc:sldMk cId="0" sldId="263"/>
            <ac:picMk id="455" creationId="{00000000-0000-0000-0000-000000000000}"/>
          </ac:picMkLst>
        </pc:picChg>
        <pc:picChg chg="mod">
          <ac:chgData name="Agamya R Jain" userId="5379bb5ac236f65f" providerId="Windows Live" clId="Web-{B8610D4B-4DF4-5FA2-1327-C86E16DBDA7B}" dt="2026-08-04T15:01:20.263" v="78" actId="1076"/>
          <ac:picMkLst>
            <pc:docMk/>
            <pc:sldMk cId="0" sldId="263"/>
            <ac:picMk id="473" creationId="{00000000-0000-0000-0000-000000000000}"/>
          </ac:picMkLst>
        </pc:picChg>
        <pc:picChg chg="mod">
          <ac:chgData name="Agamya R Jain" userId="5379bb5ac236f65f" providerId="Windows Live" clId="Web-{B8610D4B-4DF4-5FA2-1327-C86E16DBDA7B}" dt="2026-08-04T15:01:14.622" v="77" actId="1076"/>
          <ac:picMkLst>
            <pc:docMk/>
            <pc:sldMk cId="0" sldId="263"/>
            <ac:picMk id="479" creationId="{00000000-0000-0000-0000-000000000000}"/>
          </ac:picMkLst>
        </pc:picChg>
        <pc:picChg chg="mod">
          <ac:chgData name="Agamya R Jain" userId="5379bb5ac236f65f" providerId="Windows Live" clId="Web-{B8610D4B-4DF4-5FA2-1327-C86E16DBDA7B}" dt="2026-08-04T15:04:48.019" v="112" actId="1076"/>
          <ac:picMkLst>
            <pc:docMk/>
            <pc:sldMk cId="0" sldId="263"/>
            <ac:picMk id="485" creationId="{00000000-0000-0000-0000-000000000000}"/>
          </ac:picMkLst>
        </pc:picChg>
      </pc:sldChg>
      <pc:sldChg chg="modSp">
        <pc:chgData name="Agamya R Jain" userId="5379bb5ac236f65f" providerId="Windows Live" clId="Web-{B8610D4B-4DF4-5FA2-1327-C86E16DBDA7B}" dt="2026-08-04T15:32:26.818" v="433" actId="1076"/>
        <pc:sldMkLst>
          <pc:docMk/>
          <pc:sldMk cId="0" sldId="265"/>
        </pc:sldMkLst>
      </pc:sldChg>
    </pc:docChg>
  </pc:docChgLst>
  <pc:docChgLst>
    <pc:chgData name="Agamya R Jain" userId="5379bb5ac236f65f" providerId="Windows Live" clId="Web-{54A0325E-0642-0D97-D152-1A28D794B09C}"/>
    <pc:docChg chg="modSld">
      <pc:chgData name="Agamya R Jain" userId="5379bb5ac236f65f" providerId="Windows Live" clId="Web-{54A0325E-0642-0D97-D152-1A28D794B09C}" dt="2026-08-10T10:18:23.024" v="0"/>
      <pc:docMkLst>
        <pc:docMk/>
      </pc:docMkLst>
      <pc:sldChg chg="addSp modSp">
        <pc:chgData name="Agamya R Jain" userId="5379bb5ac236f65f" providerId="Windows Live" clId="Web-{54A0325E-0642-0D97-D152-1A28D794B09C}" dt="2026-08-10T10:18:23.024" v="0"/>
        <pc:sldMkLst>
          <pc:docMk/>
          <pc:sldMk cId="0" sldId="261"/>
        </pc:sldMkLst>
        <pc:graphicFrameChg chg="mod topLvl modGraphic">
          <ac:chgData name="Agamya R Jain" userId="5379bb5ac236f65f" providerId="Windows Live" clId="Web-{54A0325E-0642-0D97-D152-1A28D794B09C}" dt="2026-08-10T10:18:23.024" v="0"/>
          <ac:graphicFrameMkLst>
            <pc:docMk/>
            <pc:sldMk cId="0" sldId="261"/>
            <ac:graphicFrameMk id="3" creationId="{0ECD1732-E8A4-0532-1DDE-41C43FD5A273}"/>
          </ac:graphicFrameMkLst>
        </pc:graphicFrameChg>
      </pc:sldChg>
    </pc:docChg>
  </pc:docChgLst>
  <pc:docChgLst>
    <pc:chgData name="Agamya R Jain" userId="5379bb5ac236f65f" providerId="Windows Live" clId="Web-{EFCB58D8-5126-9A3A-D9A5-48D20BA01D06}"/>
    <pc:docChg chg="modSld">
      <pc:chgData name="Agamya R Jain" userId="5379bb5ac236f65f" providerId="Windows Live" clId="Web-{EFCB58D8-5126-9A3A-D9A5-48D20BA01D06}" dt="2026-08-31T09:09:50.926" v="84" actId="1076"/>
      <pc:docMkLst>
        <pc:docMk/>
      </pc:docMkLst>
      <pc:sldChg chg="modSp">
        <pc:chgData name="Agamya R Jain" userId="5379bb5ac236f65f" providerId="Windows Live" clId="Web-{EFCB58D8-5126-9A3A-D9A5-48D20BA01D06}" dt="2026-08-31T07:17:22.684" v="61"/>
        <pc:sldMkLst>
          <pc:docMk/>
          <pc:sldMk cId="0" sldId="258"/>
        </pc:sldMkLst>
        <pc:spChg chg="mod">
          <ac:chgData name="Agamya R Jain" userId="5379bb5ac236f65f" providerId="Windows Live" clId="Web-{EFCB58D8-5126-9A3A-D9A5-48D20BA01D06}" dt="2026-08-31T07:17:22.684" v="61"/>
          <ac:spMkLst>
            <pc:docMk/>
            <pc:sldMk cId="0" sldId="258"/>
            <ac:spMk id="225" creationId="{00000000-0000-0000-0000-000000000000}"/>
          </ac:spMkLst>
        </pc:spChg>
      </pc:sldChg>
      <pc:sldChg chg="modSp">
        <pc:chgData name="Agamya R Jain" userId="5379bb5ac236f65f" providerId="Windows Live" clId="Web-{EFCB58D8-5126-9A3A-D9A5-48D20BA01D06}" dt="2026-08-31T09:09:50.926" v="84" actId="1076"/>
        <pc:sldMkLst>
          <pc:docMk/>
          <pc:sldMk cId="0" sldId="262"/>
        </pc:sldMkLst>
        <pc:spChg chg="mod">
          <ac:chgData name="Agamya R Jain" userId="5379bb5ac236f65f" providerId="Windows Live" clId="Web-{EFCB58D8-5126-9A3A-D9A5-48D20BA01D06}" dt="2026-08-31T07:27:51.529" v="65" actId="20577"/>
          <ac:spMkLst>
            <pc:docMk/>
            <pc:sldMk cId="0" sldId="262"/>
            <ac:spMk id="417" creationId="{00000000-0000-0000-0000-000000000000}"/>
          </ac:spMkLst>
        </pc:spChg>
        <pc:spChg chg="mod">
          <ac:chgData name="Agamya R Jain" userId="5379bb5ac236f65f" providerId="Windows Live" clId="Web-{EFCB58D8-5126-9A3A-D9A5-48D20BA01D06}" dt="2026-08-31T09:09:35.425" v="79" actId="1076"/>
          <ac:spMkLst>
            <pc:docMk/>
            <pc:sldMk cId="0" sldId="262"/>
            <ac:spMk id="426" creationId="{00000000-0000-0000-0000-000000000000}"/>
          </ac:spMkLst>
        </pc:spChg>
        <pc:spChg chg="mod">
          <ac:chgData name="Agamya R Jain" userId="5379bb5ac236f65f" providerId="Windows Live" clId="Web-{EFCB58D8-5126-9A3A-D9A5-48D20BA01D06}" dt="2026-08-31T09:09:35.441" v="80" actId="1076"/>
          <ac:spMkLst>
            <pc:docMk/>
            <pc:sldMk cId="0" sldId="262"/>
            <ac:spMk id="427" creationId="{00000000-0000-0000-0000-000000000000}"/>
          </ac:spMkLst>
        </pc:spChg>
        <pc:spChg chg="mod">
          <ac:chgData name="Agamya R Jain" userId="5379bb5ac236f65f" providerId="Windows Live" clId="Web-{EFCB58D8-5126-9A3A-D9A5-48D20BA01D06}" dt="2026-08-31T09:09:50.895" v="83" actId="1076"/>
          <ac:spMkLst>
            <pc:docMk/>
            <pc:sldMk cId="0" sldId="262"/>
            <ac:spMk id="428" creationId="{00000000-0000-0000-0000-000000000000}"/>
          </ac:spMkLst>
        </pc:spChg>
        <pc:spChg chg="mod">
          <ac:chgData name="Agamya R Jain" userId="5379bb5ac236f65f" providerId="Windows Live" clId="Web-{EFCB58D8-5126-9A3A-D9A5-48D20BA01D06}" dt="2026-08-31T09:09:50.926" v="84" actId="1076"/>
          <ac:spMkLst>
            <pc:docMk/>
            <pc:sldMk cId="0" sldId="262"/>
            <ac:spMk id="429" creationId="{00000000-0000-0000-0000-000000000000}"/>
          </ac:spMkLst>
        </pc:spChg>
        <pc:picChg chg="mod">
          <ac:chgData name="Agamya R Jain" userId="5379bb5ac236f65f" providerId="Windows Live" clId="Web-{EFCB58D8-5126-9A3A-D9A5-48D20BA01D06}" dt="2026-08-31T09:09:35.409" v="78" actId="1076"/>
          <ac:picMkLst>
            <pc:docMk/>
            <pc:sldMk cId="0" sldId="262"/>
            <ac:picMk id="410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9:09:41.675" v="82" actId="14100"/>
          <ac:picMkLst>
            <pc:docMk/>
            <pc:sldMk cId="0" sldId="262"/>
            <ac:picMk id="411" creationId="{00000000-0000-0000-0000-000000000000}"/>
          </ac:picMkLst>
        </pc:picChg>
      </pc:sldChg>
      <pc:sldChg chg="modSp">
        <pc:chgData name="Agamya R Jain" userId="5379bb5ac236f65f" providerId="Windows Live" clId="Web-{EFCB58D8-5126-9A3A-D9A5-48D20BA01D06}" dt="2026-08-31T09:06:20.073" v="68" actId="20577"/>
        <pc:sldMkLst>
          <pc:docMk/>
          <pc:sldMk cId="0" sldId="263"/>
        </pc:sldMkLst>
        <pc:spChg chg="mod">
          <ac:chgData name="Agamya R Jain" userId="5379bb5ac236f65f" providerId="Windows Live" clId="Web-{EFCB58D8-5126-9A3A-D9A5-48D20BA01D06}" dt="2026-08-31T07:12:51.973" v="1" actId="14100"/>
          <ac:spMkLst>
            <pc:docMk/>
            <pc:sldMk cId="0" sldId="263"/>
            <ac:spMk id="3" creationId="{92B328B0-40E6-946D-E3C3-F052F4078E39}"/>
          </ac:spMkLst>
        </pc:spChg>
        <pc:spChg chg="mod">
          <ac:chgData name="Agamya R Jain" userId="5379bb5ac236f65f" providerId="Windows Live" clId="Web-{EFCB58D8-5126-9A3A-D9A5-48D20BA01D06}" dt="2026-08-31T09:06:20.073" v="68" actId="20577"/>
          <ac:spMkLst>
            <pc:docMk/>
            <pc:sldMk cId="0" sldId="263"/>
            <ac:spMk id="463" creationId="{00000000-0000-0000-0000-000000000000}"/>
          </ac:spMkLst>
        </pc:spChg>
        <pc:picChg chg="mod">
          <ac:chgData name="Agamya R Jain" userId="5379bb5ac236f65f" providerId="Windows Live" clId="Web-{EFCB58D8-5126-9A3A-D9A5-48D20BA01D06}" dt="2026-08-31T07:14:45.304" v="37" actId="1076"/>
          <ac:picMkLst>
            <pc:docMk/>
            <pc:sldMk cId="0" sldId="263"/>
            <ac:picMk id="457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20.540" v="50" actId="1076"/>
          <ac:picMkLst>
            <pc:docMk/>
            <pc:sldMk cId="0" sldId="263"/>
            <ac:picMk id="491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30.321" v="53" actId="1076"/>
          <ac:picMkLst>
            <pc:docMk/>
            <pc:sldMk cId="0" sldId="263"/>
            <ac:picMk id="492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26.712" v="52" actId="1076"/>
          <ac:picMkLst>
            <pc:docMk/>
            <pc:sldMk cId="0" sldId="263"/>
            <ac:picMk id="493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20.555" v="51" actId="1076"/>
          <ac:picMkLst>
            <pc:docMk/>
            <pc:sldMk cId="0" sldId="263"/>
            <ac:picMk id="494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03.836" v="42" actId="1076"/>
          <ac:picMkLst>
            <pc:docMk/>
            <pc:sldMk cId="0" sldId="263"/>
            <ac:picMk id="495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03.867" v="43" actId="1076"/>
          <ac:picMkLst>
            <pc:docMk/>
            <pc:sldMk cId="0" sldId="263"/>
            <ac:picMk id="496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03.898" v="44" actId="1076"/>
          <ac:picMkLst>
            <pc:docMk/>
            <pc:sldMk cId="0" sldId="263"/>
            <ac:picMk id="497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03.914" v="45" actId="1076"/>
          <ac:picMkLst>
            <pc:docMk/>
            <pc:sldMk cId="0" sldId="263"/>
            <ac:picMk id="498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03.945" v="46" actId="1076"/>
          <ac:picMkLst>
            <pc:docMk/>
            <pc:sldMk cId="0" sldId="263"/>
            <ac:picMk id="499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03.961" v="47" actId="1076"/>
          <ac:picMkLst>
            <pc:docMk/>
            <pc:sldMk cId="0" sldId="263"/>
            <ac:picMk id="500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03.992" v="48" actId="1076"/>
          <ac:picMkLst>
            <pc:docMk/>
            <pc:sldMk cId="0" sldId="263"/>
            <ac:picMk id="501" creationId="{00000000-0000-0000-0000-000000000000}"/>
          </ac:picMkLst>
        </pc:picChg>
        <pc:picChg chg="mod">
          <ac:chgData name="Agamya R Jain" userId="5379bb5ac236f65f" providerId="Windows Live" clId="Web-{EFCB58D8-5126-9A3A-D9A5-48D20BA01D06}" dt="2026-08-31T07:15:04.023" v="49" actId="1076"/>
          <ac:picMkLst>
            <pc:docMk/>
            <pc:sldMk cId="0" sldId="263"/>
            <ac:picMk id="502" creationId="{00000000-0000-0000-0000-000000000000}"/>
          </ac:picMkLst>
        </pc:picChg>
      </pc:sldChg>
    </pc:docChg>
  </pc:docChgLst>
  <pc:docChgLst>
    <pc:chgData name="Agamya R Jain" userId="5379bb5ac236f65f" providerId="Windows Live" clId="Web-{3F83A813-12D5-8FDD-B81D-A643480FC826}"/>
    <pc:docChg chg="addSld modSld">
      <pc:chgData name="Agamya R Jain" userId="5379bb5ac236f65f" providerId="Windows Live" clId="Web-{3F83A813-12D5-8FDD-B81D-A643480FC826}" dt="2026-08-02T11:51:38.119" v="191"/>
      <pc:docMkLst>
        <pc:docMk/>
      </pc:docMkLst>
      <pc:sldChg chg="addSp delSp modSp">
        <pc:chgData name="Agamya R Jain" userId="5379bb5ac236f65f" providerId="Windows Live" clId="Web-{3F83A813-12D5-8FDD-B81D-A643480FC826}" dt="2026-08-02T11:28:59.761" v="75" actId="1076"/>
        <pc:sldMkLst>
          <pc:docMk/>
          <pc:sldMk cId="0" sldId="259"/>
        </pc:sldMkLst>
        <pc:spChg chg="mod">
          <ac:chgData name="Agamya R Jain" userId="5379bb5ac236f65f" providerId="Windows Live" clId="Web-{3F83A813-12D5-8FDD-B81D-A643480FC826}" dt="2026-08-02T11:10:52.890" v="6" actId="1076"/>
          <ac:spMkLst>
            <pc:docMk/>
            <pc:sldMk cId="0" sldId="259"/>
            <ac:spMk id="266" creationId="{00000000-0000-0000-0000-000000000000}"/>
          </ac:spMkLst>
        </pc:spChg>
        <pc:spChg chg="mod">
          <ac:chgData name="Agamya R Jain" userId="5379bb5ac236f65f" providerId="Windows Live" clId="Web-{3F83A813-12D5-8FDD-B81D-A643480FC826}" dt="2026-08-02T11:28:50.322" v="73" actId="1076"/>
          <ac:spMkLst>
            <pc:docMk/>
            <pc:sldMk cId="0" sldId="259"/>
            <ac:spMk id="267" creationId="{00000000-0000-0000-0000-000000000000}"/>
          </ac:spMkLst>
        </pc:spChg>
        <pc:graphicFrameChg chg="mod">
          <ac:chgData name="Agamya R Jain" userId="5379bb5ac236f65f" providerId="Windows Live" clId="Web-{3F83A813-12D5-8FDD-B81D-A643480FC826}" dt="2026-08-02T11:11:03.141" v="9" actId="14100"/>
          <ac:graphicFrameMkLst>
            <pc:docMk/>
            <pc:sldMk cId="0" sldId="259"/>
            <ac:graphicFrameMk id="2" creationId="{B6219658-21C3-8B79-692B-AF47551227A8}"/>
          </ac:graphicFrameMkLst>
        </pc:graphicFrameChg>
        <pc:picChg chg="mod">
          <ac:chgData name="Agamya R Jain" userId="5379bb5ac236f65f" providerId="Windows Live" clId="Web-{3F83A813-12D5-8FDD-B81D-A643480FC826}" dt="2026-08-02T11:12:51.460" v="40" actId="1076"/>
          <ac:picMkLst>
            <pc:docMk/>
            <pc:sldMk cId="0" sldId="259"/>
            <ac:picMk id="256" creationId="{00000000-0000-0000-0000-000000000000}"/>
          </ac:picMkLst>
        </pc:picChg>
        <pc:picChg chg="mod">
          <ac:chgData name="Agamya R Jain" userId="5379bb5ac236f65f" providerId="Windows Live" clId="Web-{3F83A813-12D5-8FDD-B81D-A643480FC826}" dt="2026-08-02T11:13:27.321" v="48" actId="1076"/>
          <ac:picMkLst>
            <pc:docMk/>
            <pc:sldMk cId="0" sldId="259"/>
            <ac:picMk id="259" creationId="{00000000-0000-0000-0000-000000000000}"/>
          </ac:picMkLst>
        </pc:picChg>
        <pc:picChg chg="mod">
          <ac:chgData name="Agamya R Jain" userId="5379bb5ac236f65f" providerId="Windows Live" clId="Web-{3F83A813-12D5-8FDD-B81D-A643480FC826}" dt="2026-08-02T11:10:55.984" v="7" actId="1076"/>
          <ac:picMkLst>
            <pc:docMk/>
            <pc:sldMk cId="0" sldId="259"/>
            <ac:picMk id="270" creationId="{00000000-0000-0000-0000-000000000000}"/>
          </ac:picMkLst>
        </pc:picChg>
        <pc:picChg chg="mod">
          <ac:chgData name="Agamya R Jain" userId="5379bb5ac236f65f" providerId="Windows Live" clId="Web-{3F83A813-12D5-8FDD-B81D-A643480FC826}" dt="2026-08-02T11:28:59.761" v="75" actId="1076"/>
          <ac:picMkLst>
            <pc:docMk/>
            <pc:sldMk cId="0" sldId="259"/>
            <ac:picMk id="271" creationId="{00000000-0000-0000-0000-000000000000}"/>
          </ac:picMkLst>
        </pc:picChg>
      </pc:sldChg>
      <pc:sldChg chg="modSp">
        <pc:chgData name="Agamya R Jain" userId="5379bb5ac236f65f" providerId="Windows Live" clId="Web-{3F83A813-12D5-8FDD-B81D-A643480FC826}" dt="2026-08-02T11:28:39.415" v="71" actId="1076"/>
        <pc:sldMkLst>
          <pc:docMk/>
          <pc:sldMk cId="0" sldId="260"/>
        </pc:sldMkLst>
        <pc:spChg chg="mod">
          <ac:chgData name="Agamya R Jain" userId="5379bb5ac236f65f" providerId="Windows Live" clId="Web-{3F83A813-12D5-8FDD-B81D-A643480FC826}" dt="2026-08-02T11:28:39.415" v="71" actId="1076"/>
          <ac:spMkLst>
            <pc:docMk/>
            <pc:sldMk cId="0" sldId="260"/>
            <ac:spMk id="318" creationId="{00000000-0000-0000-0000-000000000000}"/>
          </ac:spMkLst>
        </pc:spChg>
        <pc:picChg chg="mod">
          <ac:chgData name="Agamya R Jain" userId="5379bb5ac236f65f" providerId="Windows Live" clId="Web-{3F83A813-12D5-8FDD-B81D-A643480FC826}" dt="2026-08-02T11:28:39.415" v="70" actId="1076"/>
          <ac:picMkLst>
            <pc:docMk/>
            <pc:sldMk cId="0" sldId="260"/>
            <ac:picMk id="322" creationId="{00000000-0000-0000-0000-000000000000}"/>
          </ac:picMkLst>
        </pc:picChg>
      </pc:sldChg>
    </pc:docChg>
  </pc:docChgLst>
  <pc:docChgLst>
    <pc:chgData name="Agamya R Jain" userId="5379bb5ac236f65f" providerId="Windows Live" clId="Web-{D3BCB998-7D64-1E0A-CE30-F111410FEF6B}"/>
    <pc:docChg chg="modSld">
      <pc:chgData name="Agamya R Jain" userId="5379bb5ac236f65f" providerId="Windows Live" clId="Web-{D3BCB998-7D64-1E0A-CE30-F111410FEF6B}" dt="2026-08-05T05:54:06.849" v="25" actId="1076"/>
      <pc:docMkLst>
        <pc:docMk/>
      </pc:docMkLst>
      <pc:sldChg chg="delSp modSp">
        <pc:chgData name="Agamya R Jain" userId="5379bb5ac236f65f" providerId="Windows Live" clId="Web-{D3BCB998-7D64-1E0A-CE30-F111410FEF6B}" dt="2026-08-05T05:54:06.849" v="25" actId="1076"/>
        <pc:sldMkLst>
          <pc:docMk/>
          <pc:sldMk cId="0" sldId="261"/>
        </pc:sldMkLst>
      </pc:sldChg>
      <pc:sldChg chg="addSp modSp">
        <pc:chgData name="Agamya R Jain" userId="5379bb5ac236f65f" providerId="Windows Live" clId="Web-{D3BCB998-7D64-1E0A-CE30-F111410FEF6B}" dt="2026-08-05T05:51:09.442" v="7"/>
        <pc:sldMkLst>
          <pc:docMk/>
          <pc:sldMk cId="0" sldId="264"/>
        </pc:sldMkLst>
        <pc:graphicFrameChg chg="mod topLvl modGraphic">
          <ac:chgData name="Agamya R Jain" userId="5379bb5ac236f65f" providerId="Windows Live" clId="Web-{D3BCB998-7D64-1E0A-CE30-F111410FEF6B}" dt="2026-08-05T05:51:09.442" v="7"/>
          <ac:graphicFrameMkLst>
            <pc:docMk/>
            <pc:sldMk cId="0" sldId="264"/>
            <ac:graphicFrameMk id="2" creationId="{E1FE0131-ACC2-4D80-115B-1F0413965DC1}"/>
          </ac:graphicFrameMkLst>
        </pc:graphicFrameChg>
      </pc:sldChg>
    </pc:docChg>
  </pc:docChgLst>
  <pc:docChgLst>
    <pc:chgData name="Agamya R Jain" userId="5379bb5ac236f65f" providerId="Windows Live" clId="Web-{F59B2B83-EC42-7488-A624-C5BCFD05F10D}"/>
    <pc:docChg chg="modSld">
      <pc:chgData name="Agamya R Jain" userId="5379bb5ac236f65f" providerId="Windows Live" clId="Web-{F59B2B83-EC42-7488-A624-C5BCFD05F10D}" dt="2026-08-13T11:43:27.506" v="65" actId="20577"/>
      <pc:docMkLst>
        <pc:docMk/>
      </pc:docMkLst>
      <pc:sldChg chg="modSp">
        <pc:chgData name="Agamya R Jain" userId="5379bb5ac236f65f" providerId="Windows Live" clId="Web-{F59B2B83-EC42-7488-A624-C5BCFD05F10D}" dt="2026-08-13T11:18:36.558" v="16"/>
        <pc:sldMkLst>
          <pc:docMk/>
          <pc:sldMk cId="0" sldId="257"/>
        </pc:sldMkLst>
        <pc:spChg chg="mod">
          <ac:chgData name="Agamya R Jain" userId="5379bb5ac236f65f" providerId="Windows Live" clId="Web-{F59B2B83-EC42-7488-A624-C5BCFD05F10D}" dt="2026-08-13T11:18:36.558" v="16"/>
          <ac:spMkLst>
            <pc:docMk/>
            <pc:sldMk cId="0" sldId="257"/>
            <ac:spMk id="189" creationId="{00000000-0000-0000-0000-000000000000}"/>
          </ac:spMkLst>
        </pc:spChg>
      </pc:sldChg>
      <pc:sldChg chg="modSp">
        <pc:chgData name="Agamya R Jain" userId="5379bb5ac236f65f" providerId="Windows Live" clId="Web-{F59B2B83-EC42-7488-A624-C5BCFD05F10D}" dt="2026-08-13T11:19:16.309" v="18" actId="20577"/>
        <pc:sldMkLst>
          <pc:docMk/>
          <pc:sldMk cId="0" sldId="258"/>
        </pc:sldMkLst>
        <pc:spChg chg="mod">
          <ac:chgData name="Agamya R Jain" userId="5379bb5ac236f65f" providerId="Windows Live" clId="Web-{F59B2B83-EC42-7488-A624-C5BCFD05F10D}" dt="2026-08-13T11:19:16.309" v="18" actId="20577"/>
          <ac:spMkLst>
            <pc:docMk/>
            <pc:sldMk cId="0" sldId="258"/>
            <ac:spMk id="226" creationId="{00000000-0000-0000-0000-000000000000}"/>
          </ac:spMkLst>
        </pc:spChg>
      </pc:sldChg>
      <pc:sldChg chg="modSp">
        <pc:chgData name="Agamya R Jain" userId="5379bb5ac236f65f" providerId="Windows Live" clId="Web-{F59B2B83-EC42-7488-A624-C5BCFD05F10D}" dt="2026-08-13T11:43:27.506" v="65" actId="20577"/>
        <pc:sldMkLst>
          <pc:docMk/>
          <pc:sldMk cId="0" sldId="261"/>
        </pc:sldMkLst>
      </pc:sldChg>
      <pc:sldChg chg="modSp">
        <pc:chgData name="Agamya R Jain" userId="5379bb5ac236f65f" providerId="Windows Live" clId="Web-{F59B2B83-EC42-7488-A624-C5BCFD05F10D}" dt="2026-08-13T11:35:27.755" v="44" actId="14100"/>
        <pc:sldMkLst>
          <pc:docMk/>
          <pc:sldMk cId="0" sldId="263"/>
        </pc:sldMkLst>
        <pc:spChg chg="mod">
          <ac:chgData name="Agamya R Jain" userId="5379bb5ac236f65f" providerId="Windows Live" clId="Web-{F59B2B83-EC42-7488-A624-C5BCFD05F10D}" dt="2026-08-13T11:35:12.052" v="43" actId="20577"/>
          <ac:spMkLst>
            <pc:docMk/>
            <pc:sldMk cId="0" sldId="263"/>
            <ac:spMk id="467" creationId="{00000000-0000-0000-0000-000000000000}"/>
          </ac:spMkLst>
        </pc:spChg>
        <pc:picChg chg="mod">
          <ac:chgData name="Agamya R Jain" userId="5379bb5ac236f65f" providerId="Windows Live" clId="Web-{F59B2B83-EC42-7488-A624-C5BCFD05F10D}" dt="2026-08-13T11:35:27.755" v="44" actId="14100"/>
          <ac:picMkLst>
            <pc:docMk/>
            <pc:sldMk cId="0" sldId="263"/>
            <ac:picMk id="454" creationId="{00000000-0000-0000-0000-000000000000}"/>
          </ac:picMkLst>
        </pc:picChg>
      </pc:sldChg>
      <pc:sldChg chg="modSp">
        <pc:chgData name="Agamya R Jain" userId="5379bb5ac236f65f" providerId="Windows Live" clId="Web-{F59B2B83-EC42-7488-A624-C5BCFD05F10D}" dt="2026-08-13T11:36:37.132" v="53" actId="20577"/>
        <pc:sldMkLst>
          <pc:docMk/>
          <pc:sldMk cId="0" sldId="265"/>
        </pc:sldMkLst>
      </pc:sldChg>
    </pc:docChg>
  </pc:docChgLst>
  <pc:docChgLst>
    <pc:chgData clId="Web-{11E8E341-4D93-F56B-DAA7-DBE4F03FC956}"/>
    <pc:docChg chg="modSld">
      <pc:chgData name="" userId="" providerId="" clId="Web-{11E8E341-4D93-F56B-DAA7-DBE4F03FC956}" dt="2026-08-09T07:09:46.059" v="0" actId="14100"/>
      <pc:docMkLst>
        <pc:docMk/>
      </pc:docMkLst>
      <pc:sldChg chg="modSp">
        <pc:chgData name="" userId="" providerId="" clId="Web-{11E8E341-4D93-F56B-DAA7-DBE4F03FC956}" dt="2026-08-09T07:09:46.059" v="0" actId="14100"/>
        <pc:sldMkLst>
          <pc:docMk/>
          <pc:sldMk cId="0" sldId="256"/>
        </pc:sldMkLst>
        <pc:picChg chg="mod">
          <ac:chgData name="" userId="" providerId="" clId="Web-{11E8E341-4D93-F56B-DAA7-DBE4F03FC956}" dt="2026-08-09T07:09:46.059" v="0" actId="14100"/>
          <ac:picMkLst>
            <pc:docMk/>
            <pc:sldMk cId="0" sldId="256"/>
            <ac:picMk id="2" creationId="{B85B5578-261D-4221-7DCE-82AFCAF7EB32}"/>
          </ac:picMkLst>
        </pc:picChg>
      </pc:sldChg>
    </pc:docChg>
  </pc:docChgLst>
  <pc:docChgLst>
    <pc:chgData name="Agamya R Jain" userId="5379bb5ac236f65f" providerId="Windows Live" clId="Web-{8F6D4C2B-AEB0-AA6C-6DA6-33DF6FB3AE61}"/>
    <pc:docChg chg="modSld">
      <pc:chgData name="Agamya R Jain" userId="5379bb5ac236f65f" providerId="Windows Live" clId="Web-{8F6D4C2B-AEB0-AA6C-6DA6-33DF6FB3AE61}" dt="2026-08-02T11:23:56.617" v="113"/>
      <pc:docMkLst>
        <pc:docMk/>
      </pc:docMkLst>
      <pc:sldChg chg="modSp">
        <pc:chgData name="Agamya R Jain" userId="5379bb5ac236f65f" providerId="Windows Live" clId="Web-{8F6D4C2B-AEB0-AA6C-6DA6-33DF6FB3AE61}" dt="2026-08-02T09:43:46.514" v="0" actId="14100"/>
        <pc:sldMkLst>
          <pc:docMk/>
          <pc:sldMk cId="0" sldId="258"/>
        </pc:sldMkLst>
        <pc:spChg chg="mod">
          <ac:chgData name="Agamya R Jain" userId="5379bb5ac236f65f" providerId="Windows Live" clId="Web-{8F6D4C2B-AEB0-AA6C-6DA6-33DF6FB3AE61}" dt="2026-08-02T09:43:46.514" v="0" actId="14100"/>
          <ac:spMkLst>
            <pc:docMk/>
            <pc:sldMk cId="0" sldId="258"/>
            <ac:spMk id="225" creationId="{00000000-0000-0000-0000-000000000000}"/>
          </ac:spMkLst>
        </pc:spChg>
      </pc:sldChg>
      <pc:sldChg chg="addSp modSp">
        <pc:chgData name="Agamya R Jain" userId="5379bb5ac236f65f" providerId="Windows Live" clId="Web-{8F6D4C2B-AEB0-AA6C-6DA6-33DF6FB3AE61}" dt="2026-08-02T11:23:56.617" v="113"/>
        <pc:sldMkLst>
          <pc:docMk/>
          <pc:sldMk cId="0" sldId="259"/>
        </pc:sldMkLst>
        <pc:graphicFrameChg chg="add mod topLvl modGraphic">
          <ac:chgData name="Agamya R Jain" userId="5379bb5ac236f65f" providerId="Windows Live" clId="Web-{8F6D4C2B-AEB0-AA6C-6DA6-33DF6FB3AE61}" dt="2026-08-02T11:23:56.617" v="113"/>
          <ac:graphicFrameMkLst>
            <pc:docMk/>
            <pc:sldMk cId="0" sldId="259"/>
            <ac:graphicFrameMk id="2" creationId="{B6219658-21C3-8B79-692B-AF47551227A8}"/>
          </ac:graphicFrameMkLst>
        </pc:graphicFrameChg>
      </pc:sldChg>
    </pc:docChg>
  </pc:docChgLst>
  <pc:docChgLst>
    <pc:chgData name="Agamya R Jain" userId="5379bb5ac236f65f" providerId="Windows Live" clId="Web-{9C9318DD-8C8F-F516-CC1E-1A645648ABEB}"/>
    <pc:docChg chg="modSld">
      <pc:chgData name="Agamya R Jain" userId="5379bb5ac236f65f" providerId="Windows Live" clId="Web-{9C9318DD-8C8F-F516-CC1E-1A645648ABEB}" dt="2026-08-31T11:45:54.296" v="17"/>
      <pc:docMkLst>
        <pc:docMk/>
      </pc:docMkLst>
      <pc:sldChg chg="addSp delSp modSp mod setBg">
        <pc:chgData name="Agamya R Jain" userId="5379bb5ac236f65f" providerId="Windows Live" clId="Web-{9C9318DD-8C8F-F516-CC1E-1A645648ABEB}" dt="2026-08-31T11:45:54.296" v="17"/>
        <pc:sldMkLst>
          <pc:docMk/>
          <pc:sldMk cId="0" sldId="267"/>
        </pc:sldMkLst>
        <pc:spChg chg="add">
          <ac:chgData name="Agamya R Jain" userId="5379bb5ac236f65f" providerId="Windows Live" clId="Web-{9C9318DD-8C8F-F516-CC1E-1A645648ABEB}" dt="2026-08-31T11:44:47.491" v="3"/>
          <ac:spMkLst>
            <pc:docMk/>
            <pc:sldMk cId="0" sldId="267"/>
            <ac:spMk id="4" creationId="{3D0780B0-F515-D249-0EE7-F7BE6227639B}"/>
          </ac:spMkLst>
        </pc:spChg>
        <pc:spChg chg="del">
          <ac:chgData name="Agamya R Jain" userId="5379bb5ac236f65f" providerId="Windows Live" clId="Web-{9C9318DD-8C8F-F516-CC1E-1A645648ABEB}" dt="2026-08-31T11:44:28.957" v="1"/>
          <ac:spMkLst>
            <pc:docMk/>
            <pc:sldMk cId="0" sldId="267"/>
            <ac:spMk id="597" creationId="{00000000-0000-0000-0000-000000000000}"/>
          </ac:spMkLst>
        </pc:spChg>
        <pc:spChg chg="del">
          <ac:chgData name="Agamya R Jain" userId="5379bb5ac236f65f" providerId="Windows Live" clId="Web-{9C9318DD-8C8F-F516-CC1E-1A645648ABEB}" dt="2026-08-31T11:44:28.942" v="0"/>
          <ac:spMkLst>
            <pc:docMk/>
            <pc:sldMk cId="0" sldId="267"/>
            <ac:spMk id="598" creationId="{00000000-0000-0000-0000-000000000000}"/>
          </ac:spMkLst>
        </pc:spChg>
        <pc:spChg chg="mod">
          <ac:chgData name="Agamya R Jain" userId="5379bb5ac236f65f" providerId="Windows Live" clId="Web-{9C9318DD-8C8F-F516-CC1E-1A645648ABEB}" dt="2026-08-31T11:45:03.025" v="8" actId="1076"/>
          <ac:spMkLst>
            <pc:docMk/>
            <pc:sldMk cId="0" sldId="267"/>
            <ac:spMk id="599" creationId="{00000000-0000-0000-0000-000000000000}"/>
          </ac:spMkLst>
        </pc:spChg>
        <pc:spChg chg="mod">
          <ac:chgData name="Agamya R Jain" userId="5379bb5ac236f65f" providerId="Windows Live" clId="Web-{9C9318DD-8C8F-F516-CC1E-1A645648ABEB}" dt="2026-08-31T11:45:03.025" v="9" actId="1076"/>
          <ac:spMkLst>
            <pc:docMk/>
            <pc:sldMk cId="0" sldId="267"/>
            <ac:spMk id="600" creationId="{00000000-0000-0000-0000-000000000000}"/>
          </ac:spMkLst>
        </pc:spChg>
        <pc:spChg chg="mod">
          <ac:chgData name="Agamya R Jain" userId="5379bb5ac236f65f" providerId="Windows Live" clId="Web-{9C9318DD-8C8F-F516-CC1E-1A645648ABEB}" dt="2026-08-31T11:45:03.040" v="10" actId="1076"/>
          <ac:spMkLst>
            <pc:docMk/>
            <pc:sldMk cId="0" sldId="267"/>
            <ac:spMk id="601" creationId="{00000000-0000-0000-0000-000000000000}"/>
          </ac:spMkLst>
        </pc:spChg>
        <pc:spChg chg="mod">
          <ac:chgData name="Agamya R Jain" userId="5379bb5ac236f65f" providerId="Windows Live" clId="Web-{9C9318DD-8C8F-F516-CC1E-1A645648ABEB}" dt="2026-08-31T11:45:03.040" v="11" actId="1076"/>
          <ac:spMkLst>
            <pc:docMk/>
            <pc:sldMk cId="0" sldId="267"/>
            <ac:spMk id="602" creationId="{00000000-0000-0000-0000-000000000000}"/>
          </ac:spMkLst>
        </pc:spChg>
        <pc:spChg chg="mod">
          <ac:chgData name="Agamya R Jain" userId="5379bb5ac236f65f" providerId="Windows Live" clId="Web-{9C9318DD-8C8F-F516-CC1E-1A645648ABEB}" dt="2026-08-31T11:45:03.056" v="12" actId="1076"/>
          <ac:spMkLst>
            <pc:docMk/>
            <pc:sldMk cId="0" sldId="267"/>
            <ac:spMk id="603" creationId="{00000000-0000-0000-0000-000000000000}"/>
          </ac:spMkLst>
        </pc:spChg>
        <pc:spChg chg="mod">
          <ac:chgData name="Agamya R Jain" userId="5379bb5ac236f65f" providerId="Windows Live" clId="Web-{9C9318DD-8C8F-F516-CC1E-1A645648ABEB}" dt="2026-08-31T11:45:03.056" v="13" actId="1076"/>
          <ac:spMkLst>
            <pc:docMk/>
            <pc:sldMk cId="0" sldId="267"/>
            <ac:spMk id="604" creationId="{00000000-0000-0000-0000-000000000000}"/>
          </ac:spMkLst>
        </pc:spChg>
        <pc:spChg chg="mod">
          <ac:chgData name="Agamya R Jain" userId="5379bb5ac236f65f" providerId="Windows Live" clId="Web-{9C9318DD-8C8F-F516-CC1E-1A645648ABEB}" dt="2026-08-31T11:45:03.072" v="14" actId="1076"/>
          <ac:spMkLst>
            <pc:docMk/>
            <pc:sldMk cId="0" sldId="267"/>
            <ac:spMk id="605" creationId="{00000000-0000-0000-0000-000000000000}"/>
          </ac:spMkLst>
        </pc:spChg>
        <pc:spChg chg="mod">
          <ac:chgData name="Agamya R Jain" userId="5379bb5ac236f65f" providerId="Windows Live" clId="Web-{9C9318DD-8C8F-F516-CC1E-1A645648ABEB}" dt="2026-08-31T11:45:03.072" v="15" actId="1076"/>
          <ac:spMkLst>
            <pc:docMk/>
            <pc:sldMk cId="0" sldId="267"/>
            <ac:spMk id="606" creationId="{00000000-0000-0000-0000-000000000000}"/>
          </ac:spMkLst>
        </pc:spChg>
        <pc:spChg chg="mod">
          <ac:chgData name="Agamya R Jain" userId="5379bb5ac236f65f" providerId="Windows Live" clId="Web-{9C9318DD-8C8F-F516-CC1E-1A645648ABEB}" dt="2026-08-31T11:45:03.087" v="16" actId="1076"/>
          <ac:spMkLst>
            <pc:docMk/>
            <pc:sldMk cId="0" sldId="267"/>
            <ac:spMk id="607" creationId="{00000000-0000-0000-0000-000000000000}"/>
          </ac:spMkLst>
        </pc:spChg>
        <pc:picChg chg="add">
          <ac:chgData name="Agamya R Jain" userId="5379bb5ac236f65f" providerId="Windows Live" clId="Web-{9C9318DD-8C8F-F516-CC1E-1A645648ABEB}" dt="2026-08-31T11:44:47.491" v="3"/>
          <ac:picMkLst>
            <pc:docMk/>
            <pc:sldMk cId="0" sldId="267"/>
            <ac:picMk id="2" creationId="{E0CC6B08-50CE-219C-9943-02BE17866469}"/>
          </ac:picMkLst>
        </pc:picChg>
        <pc:picChg chg="add">
          <ac:chgData name="Agamya R Jain" userId="5379bb5ac236f65f" providerId="Windows Live" clId="Web-{9C9318DD-8C8F-F516-CC1E-1A645648ABEB}" dt="2026-08-31T11:44:47.491" v="3"/>
          <ac:picMkLst>
            <pc:docMk/>
            <pc:sldMk cId="0" sldId="267"/>
            <ac:picMk id="5" creationId="{3D1E5A91-D856-2D6D-69D2-093A19172EBE}"/>
          </ac:picMkLst>
        </pc:picChg>
        <pc:picChg chg="del">
          <ac:chgData name="Agamya R Jain" userId="5379bb5ac236f65f" providerId="Windows Live" clId="Web-{9C9318DD-8C8F-F516-CC1E-1A645648ABEB}" dt="2026-08-31T11:45:54.296" v="17"/>
          <ac:picMkLst>
            <pc:docMk/>
            <pc:sldMk cId="0" sldId="267"/>
            <ac:picMk id="591" creationId="{00000000-0000-0000-0000-000000000000}"/>
          </ac:picMkLst>
        </pc:picChg>
        <pc:picChg chg="del">
          <ac:chgData name="Agamya R Jain" userId="5379bb5ac236f65f" providerId="Windows Live" clId="Web-{9C9318DD-8C8F-F516-CC1E-1A645648ABEB}" dt="2026-08-31T11:44:28.957" v="2"/>
          <ac:picMkLst>
            <pc:docMk/>
            <pc:sldMk cId="0" sldId="267"/>
            <ac:picMk id="592" creationId="{00000000-0000-0000-0000-000000000000}"/>
          </ac:picMkLst>
        </pc:picChg>
        <pc:picChg chg="mod">
          <ac:chgData name="Agamya R Jain" userId="5379bb5ac236f65f" providerId="Windows Live" clId="Web-{9C9318DD-8C8F-F516-CC1E-1A645648ABEB}" dt="2026-08-31T11:45:02.978" v="4" actId="1076"/>
          <ac:picMkLst>
            <pc:docMk/>
            <pc:sldMk cId="0" sldId="267"/>
            <ac:picMk id="593" creationId="{00000000-0000-0000-0000-000000000000}"/>
          </ac:picMkLst>
        </pc:picChg>
        <pc:picChg chg="mod">
          <ac:chgData name="Agamya R Jain" userId="5379bb5ac236f65f" providerId="Windows Live" clId="Web-{9C9318DD-8C8F-F516-CC1E-1A645648ABEB}" dt="2026-08-31T11:45:02.994" v="5" actId="1076"/>
          <ac:picMkLst>
            <pc:docMk/>
            <pc:sldMk cId="0" sldId="267"/>
            <ac:picMk id="594" creationId="{00000000-0000-0000-0000-000000000000}"/>
          </ac:picMkLst>
        </pc:picChg>
        <pc:picChg chg="mod">
          <ac:chgData name="Agamya R Jain" userId="5379bb5ac236f65f" providerId="Windows Live" clId="Web-{9C9318DD-8C8F-F516-CC1E-1A645648ABEB}" dt="2026-08-31T11:45:03.009" v="6" actId="1076"/>
          <ac:picMkLst>
            <pc:docMk/>
            <pc:sldMk cId="0" sldId="267"/>
            <ac:picMk id="595" creationId="{00000000-0000-0000-0000-000000000000}"/>
          </ac:picMkLst>
        </pc:picChg>
        <pc:picChg chg="mod">
          <ac:chgData name="Agamya R Jain" userId="5379bb5ac236f65f" providerId="Windows Live" clId="Web-{9C9318DD-8C8F-F516-CC1E-1A645648ABEB}" dt="2026-08-31T11:45:03.009" v="7" actId="1076"/>
          <ac:picMkLst>
            <pc:docMk/>
            <pc:sldMk cId="0" sldId="267"/>
            <ac:picMk id="596" creationId="{00000000-0000-0000-0000-000000000000}"/>
          </ac:picMkLst>
        </pc:picChg>
      </pc:sldChg>
    </pc:docChg>
  </pc:docChgLst>
  <pc:docChgLst>
    <pc:chgData name="Agamya R Jain" userId="5379bb5ac236f65f" providerId="Windows Live" clId="Web-{95471594-BFE1-5A4B-3440-D8210CFB03C5}"/>
    <pc:docChg chg="modSld">
      <pc:chgData name="Agamya R Jain" userId="5379bb5ac236f65f" providerId="Windows Live" clId="Web-{95471594-BFE1-5A4B-3440-D8210CFB03C5}" dt="2026-08-07T09:34:32.879" v="2"/>
      <pc:docMkLst>
        <pc:docMk/>
      </pc:docMkLst>
      <pc:sldChg chg="addSp delSp modSp">
        <pc:chgData name="Agamya R Jain" userId="5379bb5ac236f65f" providerId="Windows Live" clId="Web-{95471594-BFE1-5A4B-3440-D8210CFB03C5}" dt="2026-08-07T09:34:32.879" v="2"/>
        <pc:sldMkLst>
          <pc:docMk/>
          <pc:sldMk cId="0" sldId="264"/>
        </pc:sldMkLst>
        <pc:graphicFrameChg chg="mod topLvl modGraphic">
          <ac:chgData name="Agamya R Jain" userId="5379bb5ac236f65f" providerId="Windows Live" clId="Web-{95471594-BFE1-5A4B-3440-D8210CFB03C5}" dt="2026-08-07T09:34:32.879" v="2"/>
          <ac:graphicFrameMkLst>
            <pc:docMk/>
            <pc:sldMk cId="0" sldId="264"/>
            <ac:graphicFrameMk id="2" creationId="{E1FE0131-ACC2-4D80-115B-1F0413965DC1}"/>
          </ac:graphicFrameMkLst>
        </pc:graphicFrameChg>
      </pc:sldChg>
    </pc:docChg>
  </pc:docChgLst>
  <pc:docChgLst>
    <pc:chgData name="Agamya R Jain" userId="5379bb5ac236f65f" providerId="Windows Live" clId="Web-{AC668122-5659-E55A-51E6-3ECECE8A2352}"/>
    <pc:docChg chg="delSld modSld sldOrd">
      <pc:chgData name="Agamya R Jain" userId="5379bb5ac236f65f" providerId="Windows Live" clId="Web-{AC668122-5659-E55A-51E6-3ECECE8A2352}" dt="2026-08-03T15:34:28.967" v="494"/>
      <pc:docMkLst>
        <pc:docMk/>
      </pc:docMkLst>
      <pc:sldChg chg="addSp modSp">
        <pc:chgData name="Agamya R Jain" userId="5379bb5ac236f65f" providerId="Windows Live" clId="Web-{AC668122-5659-E55A-51E6-3ECECE8A2352}" dt="2026-08-03T10:51:36.226" v="122" actId="1076"/>
        <pc:sldMkLst>
          <pc:docMk/>
          <pc:sldMk cId="0" sldId="259"/>
        </pc:sldMkLst>
        <pc:graphicFrameChg chg="ord">
          <ac:chgData name="Agamya R Jain" userId="5379bb5ac236f65f" providerId="Windows Live" clId="Web-{AC668122-5659-E55A-51E6-3ECECE8A2352}" dt="2026-08-03T10:17:01.799" v="5"/>
          <ac:graphicFrameMkLst>
            <pc:docMk/>
            <pc:sldMk cId="0" sldId="259"/>
            <ac:graphicFrameMk id="2" creationId="{B6219658-21C3-8B79-692B-AF47551227A8}"/>
          </ac:graphicFrameMkLst>
        </pc:graphicFrameChg>
        <pc:graphicFrameChg chg="mod ord topLvl modGraphic">
          <ac:chgData name="Agamya R Jain" userId="5379bb5ac236f65f" providerId="Windows Live" clId="Web-{AC668122-5659-E55A-51E6-3ECECE8A2352}" dt="2026-08-03T10:16:41.361" v="4"/>
          <ac:graphicFrameMkLst>
            <pc:docMk/>
            <pc:sldMk cId="0" sldId="259"/>
            <ac:graphicFrameMk id="5" creationId="{1EC16856-696E-EAB7-2111-E7E4EE5E3FD8}"/>
          </ac:graphicFrameMkLst>
        </pc:graphicFrameChg>
        <pc:picChg chg="add mod ord">
          <ac:chgData name="Agamya R Jain" userId="5379bb5ac236f65f" providerId="Windows Live" clId="Web-{AC668122-5659-E55A-51E6-3ECECE8A2352}" dt="2026-08-03T10:14:14.121" v="3"/>
          <ac:picMkLst>
            <pc:docMk/>
            <pc:sldMk cId="0" sldId="259"/>
            <ac:picMk id="3" creationId="{BB11096E-A97D-885A-C91A-1F76D881FF84}"/>
          </ac:picMkLst>
        </pc:picChg>
      </pc:sldChg>
      <pc:sldChg chg="addSp delSp modSp">
        <pc:chgData name="Agamya R Jain" userId="5379bb5ac236f65f" providerId="Windows Live" clId="Web-{AC668122-5659-E55A-51E6-3ECECE8A2352}" dt="2026-08-03T11:24:47.963" v="273"/>
        <pc:sldMkLst>
          <pc:docMk/>
          <pc:sldMk cId="0" sldId="260"/>
        </pc:sldMkLst>
        <pc:spChg chg="mod">
          <ac:chgData name="Agamya R Jain" userId="5379bb5ac236f65f" providerId="Windows Live" clId="Web-{AC668122-5659-E55A-51E6-3ECECE8A2352}" dt="2026-08-03T10:46:55.326" v="100" actId="1076"/>
          <ac:spMkLst>
            <pc:docMk/>
            <pc:sldMk cId="0" sldId="260"/>
            <ac:spMk id="316" creationId="{00000000-0000-0000-0000-000000000000}"/>
          </ac:spMkLst>
        </pc:spChg>
        <pc:spChg chg="mod">
          <ac:chgData name="Agamya R Jain" userId="5379bb5ac236f65f" providerId="Windows Live" clId="Web-{AC668122-5659-E55A-51E6-3ECECE8A2352}" dt="2026-08-03T10:54:19.575" v="151" actId="20577"/>
          <ac:spMkLst>
            <pc:docMk/>
            <pc:sldMk cId="0" sldId="260"/>
            <ac:spMk id="317" creationId="{00000000-0000-0000-0000-000000000000}"/>
          </ac:spMkLst>
        </pc:spChg>
        <pc:spChg chg="mod">
          <ac:chgData name="Agamya R Jain" userId="5379bb5ac236f65f" providerId="Windows Live" clId="Web-{AC668122-5659-E55A-51E6-3ECECE8A2352}" dt="2026-08-03T10:28:06.352" v="78" actId="1076"/>
          <ac:spMkLst>
            <pc:docMk/>
            <pc:sldMk cId="0" sldId="260"/>
            <ac:spMk id="318" creationId="{00000000-0000-0000-0000-000000000000}"/>
          </ac:spMkLst>
        </pc:spChg>
        <pc:spChg chg="mod">
          <ac:chgData name="Agamya R Jain" userId="5379bb5ac236f65f" providerId="Windows Live" clId="Web-{AC668122-5659-E55A-51E6-3ECECE8A2352}" dt="2026-08-03T10:27:27.616" v="69" actId="1076"/>
          <ac:spMkLst>
            <pc:docMk/>
            <pc:sldMk cId="0" sldId="260"/>
            <ac:spMk id="325" creationId="{00000000-0000-0000-0000-000000000000}"/>
          </ac:spMkLst>
        </pc:spChg>
        <pc:spChg chg="mod">
          <ac:chgData name="Agamya R Jain" userId="5379bb5ac236f65f" providerId="Windows Live" clId="Web-{AC668122-5659-E55A-51E6-3ECECE8A2352}" dt="2026-08-03T10:27:27.647" v="70" actId="1076"/>
          <ac:spMkLst>
            <pc:docMk/>
            <pc:sldMk cId="0" sldId="260"/>
            <ac:spMk id="326" creationId="{00000000-0000-0000-0000-000000000000}"/>
          </ac:spMkLst>
        </pc:spChg>
        <pc:spChg chg="mod">
          <ac:chgData name="Agamya R Jain" userId="5379bb5ac236f65f" providerId="Windows Live" clId="Web-{AC668122-5659-E55A-51E6-3ECECE8A2352}" dt="2026-08-03T10:27:27.679" v="71" actId="1076"/>
          <ac:spMkLst>
            <pc:docMk/>
            <pc:sldMk cId="0" sldId="260"/>
            <ac:spMk id="327" creationId="{00000000-0000-0000-0000-000000000000}"/>
          </ac:spMkLst>
        </pc:spChg>
        <pc:spChg chg="mod">
          <ac:chgData name="Agamya R Jain" userId="5379bb5ac236f65f" providerId="Windows Live" clId="Web-{AC668122-5659-E55A-51E6-3ECECE8A2352}" dt="2026-08-03T10:27:27.710" v="72" actId="1076"/>
          <ac:spMkLst>
            <pc:docMk/>
            <pc:sldMk cId="0" sldId="260"/>
            <ac:spMk id="328" creationId="{00000000-0000-0000-0000-000000000000}"/>
          </ac:spMkLst>
        </pc:spChg>
        <pc:graphicFrameChg chg="add mod topLvl modGraphic">
          <ac:chgData name="Agamya R Jain" userId="5379bb5ac236f65f" providerId="Windows Live" clId="Web-{AC668122-5659-E55A-51E6-3ECECE8A2352}" dt="2026-08-03T10:29:44.261" v="84"/>
          <ac:graphicFrameMkLst>
            <pc:docMk/>
            <pc:sldMk cId="0" sldId="260"/>
            <ac:graphicFrameMk id="2" creationId="{FD8B5D06-2574-0D95-DDD6-AB8DFA85654E}"/>
          </ac:graphicFrameMkLst>
        </pc:graphicFrameChg>
        <pc:graphicFrameChg chg="add mod topLvl modGraphic">
          <ac:chgData name="Agamya R Jain" userId="5379bb5ac236f65f" providerId="Windows Live" clId="Web-{AC668122-5659-E55A-51E6-3ECECE8A2352}" dt="2026-08-03T11:24:47.963" v="273"/>
          <ac:graphicFrameMkLst>
            <pc:docMk/>
            <pc:sldMk cId="0" sldId="260"/>
            <ac:graphicFrameMk id="3" creationId="{8DB3B415-AE91-BF6F-FAFE-D9C57166F429}"/>
          </ac:graphicFrameMkLst>
        </pc:graphicFrameChg>
        <pc:picChg chg="mod">
          <ac:chgData name="Agamya R Jain" userId="5379bb5ac236f65f" providerId="Windows Live" clId="Web-{AC668122-5659-E55A-51E6-3ECECE8A2352}" dt="2026-08-03T10:53:55.637" v="148" actId="14100"/>
          <ac:picMkLst>
            <pc:docMk/>
            <pc:sldMk cId="0" sldId="260"/>
            <ac:picMk id="302" creationId="{00000000-0000-0000-0000-000000000000}"/>
          </ac:picMkLst>
        </pc:picChg>
        <pc:picChg chg="mod">
          <ac:chgData name="Agamya R Jain" userId="5379bb5ac236f65f" providerId="Windows Live" clId="Web-{AC668122-5659-E55A-51E6-3ECECE8A2352}" dt="2026-08-03T10:28:29.978" v="80" actId="14100"/>
          <ac:picMkLst>
            <pc:docMk/>
            <pc:sldMk cId="0" sldId="260"/>
            <ac:picMk id="304" creationId="{00000000-0000-0000-0000-000000000000}"/>
          </ac:picMkLst>
        </pc:picChg>
        <pc:picChg chg="mod">
          <ac:chgData name="Agamya R Jain" userId="5379bb5ac236f65f" providerId="Windows Live" clId="Web-{AC668122-5659-E55A-51E6-3ECECE8A2352}" dt="2026-08-03T10:28:10.164" v="79" actId="1076"/>
          <ac:picMkLst>
            <pc:docMk/>
            <pc:sldMk cId="0" sldId="260"/>
            <ac:picMk id="322" creationId="{00000000-0000-0000-0000-000000000000}"/>
          </ac:picMkLst>
        </pc:picChg>
      </pc:sldChg>
      <pc:sldChg chg="addSp delSp modSp">
        <pc:chgData name="Agamya R Jain" userId="5379bb5ac236f65f" providerId="Windows Live" clId="Web-{AC668122-5659-E55A-51E6-3ECECE8A2352}" dt="2026-08-03T15:34:28.967" v="494"/>
        <pc:sldMkLst>
          <pc:docMk/>
          <pc:sldMk cId="0" sldId="261"/>
        </pc:sldMkLst>
        <pc:spChg chg="mod">
          <ac:chgData name="Agamya R Jain" userId="5379bb5ac236f65f" providerId="Windows Live" clId="Web-{AC668122-5659-E55A-51E6-3ECECE8A2352}" dt="2026-08-03T13:34:58.167" v="338" actId="1076"/>
          <ac:spMkLst>
            <pc:docMk/>
            <pc:sldMk cId="0" sldId="261"/>
            <ac:spMk id="365" creationId="{00000000-0000-0000-0000-000000000000}"/>
          </ac:spMkLst>
        </pc:spChg>
        <pc:graphicFrameChg chg="add mod topLvl modGraphic">
          <ac:chgData name="Agamya R Jain" userId="5379bb5ac236f65f" providerId="Windows Live" clId="Web-{AC668122-5659-E55A-51E6-3ECECE8A2352}" dt="2026-08-03T15:34:28.967" v="494"/>
          <ac:graphicFrameMkLst>
            <pc:docMk/>
            <pc:sldMk cId="0" sldId="261"/>
            <ac:graphicFrameMk id="3" creationId="{0ECD1732-E8A4-0532-1DDE-41C43FD5A273}"/>
          </ac:graphicFrameMkLst>
        </pc:graphicFrameChg>
      </pc:sldChg>
      <pc:sldChg chg="modSp">
        <pc:chgData name="Agamya R Jain" userId="5379bb5ac236f65f" providerId="Windows Live" clId="Web-{AC668122-5659-E55A-51E6-3ECECE8A2352}" dt="2026-08-03T11:27:39.828" v="283" actId="1076"/>
        <pc:sldMkLst>
          <pc:docMk/>
          <pc:sldMk cId="0" sldId="262"/>
        </pc:sldMkLst>
        <pc:graphicFrameChg chg="mod">
          <ac:chgData name="Agamya R Jain" userId="5379bb5ac236f65f" providerId="Windows Live" clId="Web-{AC668122-5659-E55A-51E6-3ECECE8A2352}" dt="2026-08-03T11:27:39.828" v="283" actId="1076"/>
          <ac:graphicFrameMkLst>
            <pc:docMk/>
            <pc:sldMk cId="0" sldId="262"/>
            <ac:graphicFrameMk id="419" creationId="{00000000-0000-0000-0000-000000000000}"/>
          </ac:graphicFrameMkLst>
        </pc:graphicFrameChg>
      </pc:sldChg>
      <pc:sldChg chg="addSp delSp modSp ord">
        <pc:chgData name="Agamya R Jain" userId="5379bb5ac236f65f" providerId="Windows Live" clId="Web-{AC668122-5659-E55A-51E6-3ECECE8A2352}" dt="2026-08-03T11:27:48.375" v="285"/>
        <pc:sldMkLst>
          <pc:docMk/>
          <pc:sldMk cId="0" sldId="264"/>
        </pc:sldMkLst>
        <pc:spChg chg="mod">
          <ac:chgData name="Agamya R Jain" userId="5379bb5ac236f65f" providerId="Windows Live" clId="Web-{AC668122-5659-E55A-51E6-3ECECE8A2352}" dt="2026-08-03T11:26:31.841" v="280" actId="20577"/>
          <ac:spMkLst>
            <pc:docMk/>
            <pc:sldMk cId="0" sldId="264"/>
            <ac:spMk id="522" creationId="{00000000-0000-0000-0000-000000000000}"/>
          </ac:spMkLst>
        </pc:spChg>
      </pc:sldChg>
    </pc:docChg>
  </pc:docChgLst>
  <pc:docChgLst>
    <pc:chgData name="Agamya R Jain" userId="5379bb5ac236f65f" providerId="Windows Live" clId="Web-{11E8E341-4D93-F56B-DAA7-DBE4F03FC956}"/>
    <pc:docChg chg="modSld">
      <pc:chgData name="Agamya R Jain" userId="5379bb5ac236f65f" providerId="Windows Live" clId="Web-{11E8E341-4D93-F56B-DAA7-DBE4F03FC956}" dt="2026-08-09T07:15:25.015" v="42" actId="20577"/>
      <pc:docMkLst>
        <pc:docMk/>
      </pc:docMkLst>
      <pc:sldChg chg="addSp modSp">
        <pc:chgData name="Agamya R Jain" userId="5379bb5ac236f65f" providerId="Windows Live" clId="Web-{11E8E341-4D93-F56B-DAA7-DBE4F03FC956}" dt="2026-08-09T07:15:13.608" v="32" actId="20577"/>
        <pc:sldMkLst>
          <pc:docMk/>
          <pc:sldMk cId="0" sldId="256"/>
        </pc:sldMkLst>
        <pc:spChg chg="add mod">
          <ac:chgData name="Agamya R Jain" userId="5379bb5ac236f65f" providerId="Windows Live" clId="Web-{11E8E341-4D93-F56B-DAA7-DBE4F03FC956}" dt="2026-08-09T07:15:13.608" v="32" actId="20577"/>
          <ac:spMkLst>
            <pc:docMk/>
            <pc:sldMk cId="0" sldId="256"/>
            <ac:spMk id="9" creationId="{022290BD-BF3C-0FEA-935E-3CCC1216BDE9}"/>
          </ac:spMkLst>
        </pc:spChg>
        <pc:picChg chg="mod">
          <ac:chgData name="Agamya R Jain" userId="5379bb5ac236f65f" providerId="Windows Live" clId="Web-{11E8E341-4D93-F56B-DAA7-DBE4F03FC956}" dt="2026-08-09T07:10:44.731" v="3" actId="1076"/>
          <ac:picMkLst>
            <pc:docMk/>
            <pc:sldMk cId="0" sldId="256"/>
            <ac:picMk id="2" creationId="{B85B5578-261D-4221-7DCE-82AFCAF7EB32}"/>
          </ac:picMkLst>
        </pc:picChg>
      </pc:sldChg>
      <pc:sldChg chg="modSp">
        <pc:chgData name="Agamya R Jain" userId="5379bb5ac236f65f" providerId="Windows Live" clId="Web-{11E8E341-4D93-F56B-DAA7-DBE4F03FC956}" dt="2026-08-09T07:15:15.187" v="33" actId="20577"/>
        <pc:sldMkLst>
          <pc:docMk/>
          <pc:sldMk cId="0" sldId="257"/>
        </pc:sldMkLst>
        <pc:spChg chg="mod">
          <ac:chgData name="Agamya R Jain" userId="5379bb5ac236f65f" providerId="Windows Live" clId="Web-{11E8E341-4D93-F56B-DAA7-DBE4F03FC956}" dt="2026-08-09T07:15:15.187" v="33" actId="20577"/>
          <ac:spMkLst>
            <pc:docMk/>
            <pc:sldMk cId="0" sldId="257"/>
            <ac:spMk id="183" creationId="{00000000-0000-0000-0000-000000000000}"/>
          </ac:spMkLst>
        </pc:spChg>
      </pc:sldChg>
      <pc:sldChg chg="modSp">
        <pc:chgData name="Agamya R Jain" userId="5379bb5ac236f65f" providerId="Windows Live" clId="Web-{11E8E341-4D93-F56B-DAA7-DBE4F03FC956}" dt="2026-08-09T07:15:16.687" v="34" actId="20577"/>
        <pc:sldMkLst>
          <pc:docMk/>
          <pc:sldMk cId="0" sldId="258"/>
        </pc:sldMkLst>
        <pc:spChg chg="mod">
          <ac:chgData name="Agamya R Jain" userId="5379bb5ac236f65f" providerId="Windows Live" clId="Web-{11E8E341-4D93-F56B-DAA7-DBE4F03FC956}" dt="2026-08-09T07:15:16.687" v="34" actId="20577"/>
          <ac:spMkLst>
            <pc:docMk/>
            <pc:sldMk cId="0" sldId="258"/>
            <ac:spMk id="211" creationId="{00000000-0000-0000-0000-000000000000}"/>
          </ac:spMkLst>
        </pc:spChg>
      </pc:sldChg>
      <pc:sldChg chg="modSp">
        <pc:chgData name="Agamya R Jain" userId="5379bb5ac236f65f" providerId="Windows Live" clId="Web-{11E8E341-4D93-F56B-DAA7-DBE4F03FC956}" dt="2026-08-09T07:15:17.499" v="35" actId="20577"/>
        <pc:sldMkLst>
          <pc:docMk/>
          <pc:sldMk cId="0" sldId="259"/>
        </pc:sldMkLst>
        <pc:spChg chg="mod">
          <ac:chgData name="Agamya R Jain" userId="5379bb5ac236f65f" providerId="Windows Live" clId="Web-{11E8E341-4D93-F56B-DAA7-DBE4F03FC956}" dt="2026-08-09T07:15:17.499" v="35" actId="20577"/>
          <ac:spMkLst>
            <pc:docMk/>
            <pc:sldMk cId="0" sldId="259"/>
            <ac:spMk id="263" creationId="{00000000-0000-0000-0000-000000000000}"/>
          </ac:spMkLst>
        </pc:spChg>
        <pc:graphicFrameChg chg="mod">
          <ac:chgData name="Agamya R Jain" userId="5379bb5ac236f65f" providerId="Windows Live" clId="Web-{11E8E341-4D93-F56B-DAA7-DBE4F03FC956}" dt="2026-08-09T07:11:50.591" v="10" actId="1076"/>
          <ac:graphicFrameMkLst>
            <pc:docMk/>
            <pc:sldMk cId="0" sldId="259"/>
            <ac:graphicFrameMk id="4" creationId="{A4A119C7-E7B1-0E5F-056E-A04702C9D702}"/>
          </ac:graphicFrameMkLst>
        </pc:graphicFrameChg>
      </pc:sldChg>
      <pc:sldChg chg="modSp">
        <pc:chgData name="Agamya R Jain" userId="5379bb5ac236f65f" providerId="Windows Live" clId="Web-{11E8E341-4D93-F56B-DAA7-DBE4F03FC956}" dt="2026-08-09T07:15:18.202" v="36" actId="20577"/>
        <pc:sldMkLst>
          <pc:docMk/>
          <pc:sldMk cId="0" sldId="260"/>
        </pc:sldMkLst>
        <pc:spChg chg="mod">
          <ac:chgData name="Agamya R Jain" userId="5379bb5ac236f65f" providerId="Windows Live" clId="Web-{11E8E341-4D93-F56B-DAA7-DBE4F03FC956}" dt="2026-08-09T07:15:18.202" v="36" actId="20577"/>
          <ac:spMkLst>
            <pc:docMk/>
            <pc:sldMk cId="0" sldId="260"/>
            <ac:spMk id="315" creationId="{00000000-0000-0000-0000-000000000000}"/>
          </ac:spMkLst>
        </pc:spChg>
      </pc:sldChg>
      <pc:sldChg chg="modSp">
        <pc:chgData name="Agamya R Jain" userId="5379bb5ac236f65f" providerId="Windows Live" clId="Web-{11E8E341-4D93-F56B-DAA7-DBE4F03FC956}" dt="2026-08-09T07:15:19.671" v="37" actId="20577"/>
        <pc:sldMkLst>
          <pc:docMk/>
          <pc:sldMk cId="0" sldId="261"/>
        </pc:sldMkLst>
        <pc:spChg chg="mod">
          <ac:chgData name="Agamya R Jain" userId="5379bb5ac236f65f" providerId="Windows Live" clId="Web-{11E8E341-4D93-F56B-DAA7-DBE4F03FC956}" dt="2026-08-09T07:15:19.671" v="37" actId="20577"/>
          <ac:spMkLst>
            <pc:docMk/>
            <pc:sldMk cId="0" sldId="261"/>
            <ac:spMk id="361" creationId="{00000000-0000-0000-0000-000000000000}"/>
          </ac:spMkLst>
        </pc:spChg>
      </pc:sldChg>
      <pc:sldChg chg="modSp">
        <pc:chgData name="Agamya R Jain" userId="5379bb5ac236f65f" providerId="Windows Live" clId="Web-{11E8E341-4D93-F56B-DAA7-DBE4F03FC956}" dt="2026-08-09T07:15:20.437" v="38" actId="20577"/>
        <pc:sldMkLst>
          <pc:docMk/>
          <pc:sldMk cId="0" sldId="262"/>
        </pc:sldMkLst>
        <pc:spChg chg="mod">
          <ac:chgData name="Agamya R Jain" userId="5379bb5ac236f65f" providerId="Windows Live" clId="Web-{11E8E341-4D93-F56B-DAA7-DBE4F03FC956}" dt="2026-08-09T07:15:20.437" v="38" actId="20577"/>
          <ac:spMkLst>
            <pc:docMk/>
            <pc:sldMk cId="0" sldId="262"/>
            <ac:spMk id="415" creationId="{00000000-0000-0000-0000-000000000000}"/>
          </ac:spMkLst>
        </pc:spChg>
      </pc:sldChg>
      <pc:sldChg chg="delSp modSp mod setBg">
        <pc:chgData name="Agamya R Jain" userId="5379bb5ac236f65f" providerId="Windows Live" clId="Web-{11E8E341-4D93-F56B-DAA7-DBE4F03FC956}" dt="2026-08-09T07:15:23.233" v="40" actId="20577"/>
        <pc:sldMkLst>
          <pc:docMk/>
          <pc:sldMk cId="0" sldId="263"/>
        </pc:sldMkLst>
        <pc:spChg chg="mod">
          <ac:chgData name="Agamya R Jain" userId="5379bb5ac236f65f" providerId="Windows Live" clId="Web-{11E8E341-4D93-F56B-DAA7-DBE4F03FC956}" dt="2026-08-09T07:15:23.233" v="40" actId="20577"/>
          <ac:spMkLst>
            <pc:docMk/>
            <pc:sldMk cId="0" sldId="263"/>
            <ac:spMk id="465" creationId="{00000000-0000-0000-0000-000000000000}"/>
          </ac:spMkLst>
        </pc:spChg>
      </pc:sldChg>
      <pc:sldChg chg="modSp">
        <pc:chgData name="Agamya R Jain" userId="5379bb5ac236f65f" providerId="Windows Live" clId="Web-{11E8E341-4D93-F56B-DAA7-DBE4F03FC956}" dt="2026-08-09T07:15:21.983" v="39" actId="20577"/>
        <pc:sldMkLst>
          <pc:docMk/>
          <pc:sldMk cId="0" sldId="264"/>
        </pc:sldMkLst>
        <pc:spChg chg="mod">
          <ac:chgData name="Agamya R Jain" userId="5379bb5ac236f65f" providerId="Windows Live" clId="Web-{11E8E341-4D93-F56B-DAA7-DBE4F03FC956}" dt="2026-08-09T07:15:21.983" v="39" actId="20577"/>
          <ac:spMkLst>
            <pc:docMk/>
            <pc:sldMk cId="0" sldId="264"/>
            <ac:spMk id="514" creationId="{00000000-0000-0000-0000-000000000000}"/>
          </ac:spMkLst>
        </pc:spChg>
      </pc:sldChg>
      <pc:sldChg chg="modSp">
        <pc:chgData name="Agamya R Jain" userId="5379bb5ac236f65f" providerId="Windows Live" clId="Web-{11E8E341-4D93-F56B-DAA7-DBE4F03FC956}" dt="2026-08-09T07:15:24.108" v="41" actId="20577"/>
        <pc:sldMkLst>
          <pc:docMk/>
          <pc:sldMk cId="0" sldId="265"/>
        </pc:sldMkLst>
        <pc:spChg chg="mod">
          <ac:chgData name="Agamya R Jain" userId="5379bb5ac236f65f" providerId="Windows Live" clId="Web-{11E8E341-4D93-F56B-DAA7-DBE4F03FC956}" dt="2026-08-09T07:15:24.108" v="41" actId="20577"/>
          <ac:spMkLst>
            <pc:docMk/>
            <pc:sldMk cId="0" sldId="265"/>
            <ac:spMk id="536" creationId="{00000000-0000-0000-0000-000000000000}"/>
          </ac:spMkLst>
        </pc:spChg>
      </pc:sldChg>
      <pc:sldChg chg="addSp modSp">
        <pc:chgData name="Agamya R Jain" userId="5379bb5ac236f65f" providerId="Windows Live" clId="Web-{11E8E341-4D93-F56B-DAA7-DBE4F03FC956}" dt="2026-08-09T07:14:44.702" v="31" actId="20577"/>
        <pc:sldMkLst>
          <pc:docMk/>
          <pc:sldMk cId="0" sldId="267"/>
        </pc:sldMkLst>
        <pc:spChg chg="add mod">
          <ac:chgData name="Agamya R Jain" userId="5379bb5ac236f65f" providerId="Windows Live" clId="Web-{11E8E341-4D93-F56B-DAA7-DBE4F03FC956}" dt="2026-08-09T07:14:44.702" v="31" actId="20577"/>
          <ac:spMkLst>
            <pc:docMk/>
            <pc:sldMk cId="0" sldId="267"/>
            <ac:spMk id="3" creationId="{36CC9E13-D2BB-3B97-582A-BBFDE7AFEDD7}"/>
          </ac:spMkLst>
        </pc:spChg>
      </pc:sldChg>
    </pc:docChg>
  </pc:docChgLst>
  <pc:docChgLst>
    <pc:chgData name="Agamya R Jain" userId="5379bb5ac236f65f" providerId="Windows Live" clId="Web-{60796D9F-EC9A-5B93-D368-488B7A8D04E9}"/>
    <pc:docChg chg="modSld">
      <pc:chgData name="Agamya R Jain" userId="5379bb5ac236f65f" providerId="Windows Live" clId="Web-{60796D9F-EC9A-5B93-D368-488B7A8D04E9}" dt="2026-08-05T11:32:44.141" v="123"/>
      <pc:docMkLst>
        <pc:docMk/>
      </pc:docMkLst>
      <pc:sldChg chg="addSp delSp modSp">
        <pc:chgData name="Agamya R Jain" userId="5379bb5ac236f65f" providerId="Windows Live" clId="Web-{60796D9F-EC9A-5B93-D368-488B7A8D04E9}" dt="2026-08-05T10:38:50.391" v="120" actId="20577"/>
        <pc:sldMkLst>
          <pc:docMk/>
          <pc:sldMk cId="0" sldId="256"/>
        </pc:sldMkLst>
        <pc:spChg chg="add mod">
          <ac:chgData name="Agamya R Jain" userId="5379bb5ac236f65f" providerId="Windows Live" clId="Web-{60796D9F-EC9A-5B93-D368-488B7A8D04E9}" dt="2026-08-05T10:38:50.391" v="120" actId="20577"/>
          <ac:spMkLst>
            <pc:docMk/>
            <pc:sldMk cId="0" sldId="256"/>
            <ac:spMk id="4" creationId="{48B525C5-6490-DCF2-E0E3-74FCEB66F8AF}"/>
          </ac:spMkLst>
        </pc:spChg>
        <pc:spChg chg="add mod">
          <ac:chgData name="Agamya R Jain" userId="5379bb5ac236f65f" providerId="Windows Live" clId="Web-{60796D9F-EC9A-5B93-D368-488B7A8D04E9}" dt="2026-08-05T07:23:55.064" v="75" actId="1076"/>
          <ac:spMkLst>
            <pc:docMk/>
            <pc:sldMk cId="0" sldId="256"/>
            <ac:spMk id="5" creationId="{FE773ABB-CB79-8FAA-7193-CF3674C8C91C}"/>
          </ac:spMkLst>
        </pc:spChg>
        <pc:spChg chg="add mod">
          <ac:chgData name="Agamya R Jain" userId="5379bb5ac236f65f" providerId="Windows Live" clId="Web-{60796D9F-EC9A-5B93-D368-488B7A8D04E9}" dt="2026-08-05T07:23:38.548" v="74" actId="14100"/>
          <ac:spMkLst>
            <pc:docMk/>
            <pc:sldMk cId="0" sldId="256"/>
            <ac:spMk id="6" creationId="{101FBB61-702E-B444-A2B6-F012C9699390}"/>
          </ac:spMkLst>
        </pc:spChg>
        <pc:picChg chg="add">
          <ac:chgData name="Agamya R Jain" userId="5379bb5ac236f65f" providerId="Windows Live" clId="Web-{60796D9F-EC9A-5B93-D368-488B7A8D04E9}" dt="2026-08-05T07:01:54.260" v="4"/>
          <ac:picMkLst>
            <pc:docMk/>
            <pc:sldMk cId="0" sldId="256"/>
            <ac:picMk id="3" creationId="{74E12285-4485-63FB-0556-68CBE0C8A616}"/>
          </ac:picMkLst>
        </pc:picChg>
      </pc:sldChg>
      <pc:sldChg chg="modSp">
        <pc:chgData name="Agamya R Jain" userId="5379bb5ac236f65f" providerId="Windows Live" clId="Web-{60796D9F-EC9A-5B93-D368-488B7A8D04E9}" dt="2026-08-05T11:06:15.894" v="122" actId="1076"/>
        <pc:sldMkLst>
          <pc:docMk/>
          <pc:sldMk cId="0" sldId="258"/>
        </pc:sldMkLst>
      </pc:sldChg>
      <pc:sldChg chg="addSp modSp">
        <pc:chgData name="Agamya R Jain" userId="5379bb5ac236f65f" providerId="Windows Live" clId="Web-{60796D9F-EC9A-5B93-D368-488B7A8D04E9}" dt="2026-08-05T11:32:44.141" v="123"/>
        <pc:sldMkLst>
          <pc:docMk/>
          <pc:sldMk cId="0" sldId="259"/>
        </pc:sldMkLst>
        <pc:spChg chg="mod">
          <ac:chgData name="Agamya R Jain" userId="5379bb5ac236f65f" providerId="Windows Live" clId="Web-{60796D9F-EC9A-5B93-D368-488B7A8D04E9}" dt="2026-08-05T07:36:03.957" v="98" actId="1076"/>
          <ac:spMkLst>
            <pc:docMk/>
            <pc:sldMk cId="0" sldId="259"/>
            <ac:spMk id="266" creationId="{00000000-0000-0000-0000-000000000000}"/>
          </ac:spMkLst>
        </pc:spChg>
        <pc:graphicFrameChg chg="mod topLvl modGraphic">
          <ac:chgData name="Agamya R Jain" userId="5379bb5ac236f65f" providerId="Windows Live" clId="Web-{60796D9F-EC9A-5B93-D368-488B7A8D04E9}" dt="2026-08-05T11:32:44.141" v="123"/>
          <ac:graphicFrameMkLst>
            <pc:docMk/>
            <pc:sldMk cId="0" sldId="259"/>
            <ac:graphicFrameMk id="2" creationId="{B6219658-21C3-8B79-692B-AF47551227A8}"/>
          </ac:graphicFrameMkLst>
        </pc:graphicFrameChg>
      </pc:sldChg>
      <pc:sldChg chg="delSp">
        <pc:chgData name="Agamya R Jain" userId="5379bb5ac236f65f" providerId="Windows Live" clId="Web-{60796D9F-EC9A-5B93-D368-488B7A8D04E9}" dt="2026-08-05T07:37:39.898" v="114"/>
        <pc:sldMkLst>
          <pc:docMk/>
          <pc:sldMk cId="0" sldId="262"/>
        </pc:sldMkLst>
      </pc:sldChg>
    </pc:docChg>
  </pc:docChgLst>
  <pc:docChgLst>
    <pc:chgData name="Agamya R Jain" userId="5379bb5ac236f65f" providerId="Windows Live" clId="Web-{5189DC98-8BE4-38C8-ED87-0796605E8616}"/>
    <pc:docChg chg="modSld">
      <pc:chgData name="Agamya R Jain" userId="5379bb5ac236f65f" providerId="Windows Live" clId="Web-{5189DC98-8BE4-38C8-ED87-0796605E8616}" dt="2026-08-04T11:48:54.705" v="393" actId="1076"/>
      <pc:docMkLst>
        <pc:docMk/>
      </pc:docMkLst>
      <pc:sldChg chg="addSp delSp modSp">
        <pc:chgData name="Agamya R Jain" userId="5379bb5ac236f65f" providerId="Windows Live" clId="Web-{5189DC98-8BE4-38C8-ED87-0796605E8616}" dt="2026-08-04T08:22:09.281" v="135" actId="20577"/>
        <pc:sldMkLst>
          <pc:docMk/>
          <pc:sldMk cId="0" sldId="259"/>
        </pc:sldMkLst>
        <pc:spChg chg="mod">
          <ac:chgData name="Agamya R Jain" userId="5379bb5ac236f65f" providerId="Windows Live" clId="Web-{5189DC98-8BE4-38C8-ED87-0796605E8616}" dt="2026-08-04T08:07:14.172" v="77" actId="1076"/>
          <ac:spMkLst>
            <pc:docMk/>
            <pc:sldMk cId="0" sldId="259"/>
            <ac:spMk id="266" creationId="{00000000-0000-0000-0000-000000000000}"/>
          </ac:spMkLst>
        </pc:spChg>
        <pc:spChg chg="mod">
          <ac:chgData name="Agamya R Jain" userId="5379bb5ac236f65f" providerId="Windows Live" clId="Web-{5189DC98-8BE4-38C8-ED87-0796605E8616}" dt="2026-08-04T08:08:53.566" v="82" actId="1076"/>
          <ac:spMkLst>
            <pc:docMk/>
            <pc:sldMk cId="0" sldId="259"/>
            <ac:spMk id="267" creationId="{00000000-0000-0000-0000-000000000000}"/>
          </ac:spMkLst>
        </pc:spChg>
        <pc:spChg chg="mod">
          <ac:chgData name="Agamya R Jain" userId="5379bb5ac236f65f" providerId="Windows Live" clId="Web-{5189DC98-8BE4-38C8-ED87-0796605E8616}" dt="2026-08-04T08:07:02.109" v="76" actId="1076"/>
          <ac:spMkLst>
            <pc:docMk/>
            <pc:sldMk cId="0" sldId="259"/>
            <ac:spMk id="296" creationId="{00000000-0000-0000-0000-000000000000}"/>
          </ac:spMkLst>
        </pc:spChg>
        <pc:graphicFrameChg chg="mod">
          <ac:chgData name="Agamya R Jain" userId="5379bb5ac236f65f" providerId="Windows Live" clId="Web-{5189DC98-8BE4-38C8-ED87-0796605E8616}" dt="2026-08-04T08:09:29.271" v="89" actId="14100"/>
          <ac:graphicFrameMkLst>
            <pc:docMk/>
            <pc:sldMk cId="0" sldId="259"/>
            <ac:graphicFrameMk id="2" creationId="{B6219658-21C3-8B79-692B-AF47551227A8}"/>
          </ac:graphicFrameMkLst>
        </pc:graphicFrameChg>
        <pc:graphicFrameChg chg="add mod modGraphic">
          <ac:chgData name="Agamya R Jain" userId="5379bb5ac236f65f" providerId="Windows Live" clId="Web-{5189DC98-8BE4-38C8-ED87-0796605E8616}" dt="2026-08-04T08:22:09.281" v="135" actId="20577"/>
          <ac:graphicFrameMkLst>
            <pc:docMk/>
            <pc:sldMk cId="0" sldId="259"/>
            <ac:graphicFrameMk id="4" creationId="{A4A119C7-E7B1-0E5F-056E-A04702C9D702}"/>
          </ac:graphicFrameMkLst>
        </pc:graphicFrameChg>
        <pc:graphicFrameChg chg="mod">
          <ac:chgData name="Agamya R Jain" userId="5379bb5ac236f65f" providerId="Windows Live" clId="Web-{5189DC98-8BE4-38C8-ED87-0796605E8616}" dt="2026-08-04T08:08:43.113" v="81" actId="1076"/>
          <ac:graphicFrameMkLst>
            <pc:docMk/>
            <pc:sldMk cId="0" sldId="259"/>
            <ac:graphicFrameMk id="5" creationId="{1EC16856-696E-EAB7-2111-E7E4EE5E3FD8}"/>
          </ac:graphicFrameMkLst>
        </pc:graphicFrameChg>
        <pc:picChg chg="mod">
          <ac:chgData name="Agamya R Jain" userId="5379bb5ac236f65f" providerId="Windows Live" clId="Web-{5189DC98-8BE4-38C8-ED87-0796605E8616}" dt="2026-08-04T08:08:43.019" v="80" actId="1076"/>
          <ac:picMkLst>
            <pc:docMk/>
            <pc:sldMk cId="0" sldId="259"/>
            <ac:picMk id="259" creationId="{00000000-0000-0000-0000-000000000000}"/>
          </ac:picMkLst>
        </pc:picChg>
        <pc:picChg chg="mod">
          <ac:chgData name="Agamya R Jain" userId="5379bb5ac236f65f" providerId="Windows Live" clId="Web-{5189DC98-8BE4-38C8-ED87-0796605E8616}" dt="2026-08-04T08:07:14.266" v="78" actId="1076"/>
          <ac:picMkLst>
            <pc:docMk/>
            <pc:sldMk cId="0" sldId="259"/>
            <ac:picMk id="270" creationId="{00000000-0000-0000-0000-000000000000}"/>
          </ac:picMkLst>
        </pc:picChg>
        <pc:picChg chg="mod">
          <ac:chgData name="Agamya R Jain" userId="5379bb5ac236f65f" providerId="Windows Live" clId="Web-{5189DC98-8BE4-38C8-ED87-0796605E8616}" dt="2026-08-04T08:08:53.613" v="83" actId="1076"/>
          <ac:picMkLst>
            <pc:docMk/>
            <pc:sldMk cId="0" sldId="259"/>
            <ac:picMk id="271" creationId="{00000000-0000-0000-0000-000000000000}"/>
          </ac:picMkLst>
        </pc:picChg>
      </pc:sldChg>
      <pc:sldChg chg="delSp">
        <pc:chgData name="Agamya R Jain" userId="5379bb5ac236f65f" providerId="Windows Live" clId="Web-{5189DC98-8BE4-38C8-ED87-0796605E8616}" dt="2026-08-04T11:42:52.894" v="360"/>
        <pc:sldMkLst>
          <pc:docMk/>
          <pc:sldMk cId="0" sldId="261"/>
        </pc:sldMkLst>
      </pc:sldChg>
      <pc:sldChg chg="delSp modSp">
        <pc:chgData name="Agamya R Jain" userId="5379bb5ac236f65f" providerId="Windows Live" clId="Web-{5189DC98-8BE4-38C8-ED87-0796605E8616}" dt="2026-08-04T11:48:54.705" v="393" actId="1076"/>
        <pc:sldMkLst>
          <pc:docMk/>
          <pc:sldMk cId="0" sldId="262"/>
        </pc:sldMkLst>
        <pc:spChg chg="mod">
          <ac:chgData name="Agamya R Jain" userId="5379bb5ac236f65f" providerId="Windows Live" clId="Web-{5189DC98-8BE4-38C8-ED87-0796605E8616}" dt="2026-08-04T11:46:05.808" v="372"/>
          <ac:spMkLst>
            <pc:docMk/>
            <pc:sldMk cId="0" sldId="262"/>
            <ac:spMk id="416" creationId="{00000000-0000-0000-0000-000000000000}"/>
          </ac:spMkLst>
        </pc:spChg>
        <pc:spChg chg="mod">
          <ac:chgData name="Agamya R Jain" userId="5379bb5ac236f65f" providerId="Windows Live" clId="Web-{5189DC98-8BE4-38C8-ED87-0796605E8616}" dt="2026-08-04T11:45:41.557" v="367" actId="1076"/>
          <ac:spMkLst>
            <pc:docMk/>
            <pc:sldMk cId="0" sldId="262"/>
            <ac:spMk id="417" creationId="{00000000-0000-0000-0000-000000000000}"/>
          </ac:spMkLst>
        </pc:spChg>
        <pc:spChg chg="mod">
          <ac:chgData name="Agamya R Jain" userId="5379bb5ac236f65f" providerId="Windows Live" clId="Web-{5189DC98-8BE4-38C8-ED87-0796605E8616}" dt="2026-08-04T11:48:50.564" v="392" actId="1076"/>
          <ac:spMkLst>
            <pc:docMk/>
            <pc:sldMk cId="0" sldId="262"/>
            <ac:spMk id="426" creationId="{00000000-0000-0000-0000-000000000000}"/>
          </ac:spMkLst>
        </pc:spChg>
        <pc:spChg chg="mod">
          <ac:chgData name="Agamya R Jain" userId="5379bb5ac236f65f" providerId="Windows Live" clId="Web-{5189DC98-8BE4-38C8-ED87-0796605E8616}" dt="2026-08-04T11:47:48.280" v="386" actId="20577"/>
          <ac:spMkLst>
            <pc:docMk/>
            <pc:sldMk cId="0" sldId="262"/>
            <ac:spMk id="427" creationId="{00000000-0000-0000-0000-000000000000}"/>
          </ac:spMkLst>
        </pc:spChg>
        <pc:spChg chg="mod">
          <ac:chgData name="Agamya R Jain" userId="5379bb5ac236f65f" providerId="Windows Live" clId="Web-{5189DC98-8BE4-38C8-ED87-0796605E8616}" dt="2026-08-04T11:48:54.705" v="393" actId="1076"/>
          <ac:spMkLst>
            <pc:docMk/>
            <pc:sldMk cId="0" sldId="262"/>
            <ac:spMk id="428" creationId="{00000000-0000-0000-0000-000000000000}"/>
          </ac:spMkLst>
        </pc:spChg>
        <pc:spChg chg="mod">
          <ac:chgData name="Agamya R Jain" userId="5379bb5ac236f65f" providerId="Windows Live" clId="Web-{5189DC98-8BE4-38C8-ED87-0796605E8616}" dt="2026-08-04T11:47:01.622" v="384" actId="1076"/>
          <ac:spMkLst>
            <pc:docMk/>
            <pc:sldMk cId="0" sldId="262"/>
            <ac:spMk id="429" creationId="{00000000-0000-0000-0000-000000000000}"/>
          </ac:spMkLst>
        </pc:spChg>
        <pc:picChg chg="mod">
          <ac:chgData name="Agamya R Jain" userId="5379bb5ac236f65f" providerId="Windows Live" clId="Web-{5189DC98-8BE4-38C8-ED87-0796605E8616}" dt="2026-08-04T11:45:32.603" v="365" actId="14100"/>
          <ac:picMkLst>
            <pc:docMk/>
            <pc:sldMk cId="0" sldId="262"/>
            <ac:picMk id="408" creationId="{00000000-0000-0000-0000-000000000000}"/>
          </ac:picMkLst>
        </pc:picChg>
        <pc:picChg chg="mod">
          <ac:chgData name="Agamya R Jain" userId="5379bb5ac236f65f" providerId="Windows Live" clId="Web-{5189DC98-8BE4-38C8-ED87-0796605E8616}" dt="2026-08-04T11:47:55.281" v="387" actId="14100"/>
          <ac:picMkLst>
            <pc:docMk/>
            <pc:sldMk cId="0" sldId="262"/>
            <ac:picMk id="410" creationId="{00000000-0000-0000-0000-000000000000}"/>
          </ac:picMkLst>
        </pc:picChg>
        <pc:picChg chg="mod">
          <ac:chgData name="Agamya R Jain" userId="5379bb5ac236f65f" providerId="Windows Live" clId="Web-{5189DC98-8BE4-38C8-ED87-0796605E8616}" dt="2026-08-04T11:46:40.075" v="381" actId="14100"/>
          <ac:picMkLst>
            <pc:docMk/>
            <pc:sldMk cId="0" sldId="262"/>
            <ac:picMk id="411" creationId="{00000000-0000-0000-0000-000000000000}"/>
          </ac:picMkLst>
        </pc:picChg>
      </pc:sldChg>
      <pc:sldChg chg="modSp">
        <pc:chgData name="Agamya R Jain" userId="5379bb5ac236f65f" providerId="Windows Live" clId="Web-{5189DC98-8BE4-38C8-ED87-0796605E8616}" dt="2026-08-04T07:37:26.717" v="1" actId="1076"/>
        <pc:sldMkLst>
          <pc:docMk/>
          <pc:sldMk cId="0" sldId="263"/>
        </pc:sldMkLst>
        <pc:spChg chg="mod">
          <ac:chgData name="Agamya R Jain" userId="5379bb5ac236f65f" providerId="Windows Live" clId="Web-{5189DC98-8BE4-38C8-ED87-0796605E8616}" dt="2026-08-04T07:37:26.717" v="1" actId="1076"/>
          <ac:spMkLst>
            <pc:docMk/>
            <pc:sldMk cId="0" sldId="263"/>
            <ac:spMk id="468" creationId="{00000000-0000-0000-0000-000000000000}"/>
          </ac:spMkLst>
        </pc:spChg>
      </pc:sldChg>
      <pc:sldChg chg="addSp delSp modSp">
        <pc:chgData name="Agamya R Jain" userId="5379bb5ac236f65f" providerId="Windows Live" clId="Web-{5189DC98-8BE4-38C8-ED87-0796605E8616}" dt="2026-08-04T11:40:57.515" v="358" actId="20577"/>
        <pc:sldMkLst>
          <pc:docMk/>
          <pc:sldMk cId="0" sldId="264"/>
        </pc:sldMkLst>
        <pc:graphicFrameChg chg="add mod topLvl modGraphic">
          <ac:chgData name="Agamya R Jain" userId="5379bb5ac236f65f" providerId="Windows Live" clId="Web-{5189DC98-8BE4-38C8-ED87-0796605E8616}" dt="2026-08-04T11:28:59.034" v="272"/>
          <ac:graphicFrameMkLst>
            <pc:docMk/>
            <pc:sldMk cId="0" sldId="264"/>
            <ac:graphicFrameMk id="2" creationId="{E1FE0131-ACC2-4D80-115B-1F0413965DC1}"/>
          </ac:graphicFrameMkLst>
        </pc:graphicFrameChg>
      </pc:sldChg>
      <pc:sldChg chg="delSp">
        <pc:chgData name="Agamya R Jain" userId="5379bb5ac236f65f" providerId="Windows Live" clId="Web-{5189DC98-8BE4-38C8-ED87-0796605E8616}" dt="2026-08-04T11:42:12.939" v="359"/>
        <pc:sldMkLst>
          <pc:docMk/>
          <pc:sldMk cId="0" sldId="265"/>
        </pc:sldMkLst>
      </pc:sldChg>
    </pc:docChg>
  </pc:docChgLst>
  <pc:docChgLst>
    <pc:chgData name="Agamya R Jain" userId="5379bb5ac236f65f" providerId="Windows Live" clId="Web-{87F5FC3C-7AE9-DAF3-5A30-65B42707E7F3}"/>
    <pc:docChg chg="modSld">
      <pc:chgData name="Agamya R Jain" userId="5379bb5ac236f65f" providerId="Windows Live" clId="Web-{87F5FC3C-7AE9-DAF3-5A30-65B42707E7F3}" dt="2026-08-03T16:32:27.580" v="134"/>
      <pc:docMkLst>
        <pc:docMk/>
      </pc:docMkLst>
      <pc:sldChg chg="modSp">
        <pc:chgData name="Agamya R Jain" userId="5379bb5ac236f65f" providerId="Windows Live" clId="Web-{87F5FC3C-7AE9-DAF3-5A30-65B42707E7F3}" dt="2026-08-03T16:12:37.439" v="2" actId="20577"/>
        <pc:sldMkLst>
          <pc:docMk/>
          <pc:sldMk cId="0" sldId="258"/>
        </pc:sldMkLst>
        <pc:spChg chg="mod">
          <ac:chgData name="Agamya R Jain" userId="5379bb5ac236f65f" providerId="Windows Live" clId="Web-{87F5FC3C-7AE9-DAF3-5A30-65B42707E7F3}" dt="2026-08-03T16:12:37.439" v="2" actId="20577"/>
          <ac:spMkLst>
            <pc:docMk/>
            <pc:sldMk cId="0" sldId="258"/>
            <ac:spMk id="223" creationId="{00000000-0000-0000-0000-000000000000}"/>
          </ac:spMkLst>
        </pc:spChg>
      </pc:sldChg>
      <pc:sldChg chg="addSp delSp modSp">
        <pc:chgData name="Agamya R Jain" userId="5379bb5ac236f65f" providerId="Windows Live" clId="Web-{87F5FC3C-7AE9-DAF3-5A30-65B42707E7F3}" dt="2026-08-03T16:32:27.580" v="134"/>
        <pc:sldMkLst>
          <pc:docMk/>
          <pc:sldMk cId="0" sldId="261"/>
        </pc:sldMkLst>
        <pc:spChg chg="add mod">
          <ac:chgData name="Agamya R Jain" userId="5379bb5ac236f65f" providerId="Windows Live" clId="Web-{87F5FC3C-7AE9-DAF3-5A30-65B42707E7F3}" dt="2026-08-03T16:15:41.556" v="12" actId="1076"/>
          <ac:spMkLst>
            <pc:docMk/>
            <pc:sldMk cId="0" sldId="261"/>
            <ac:spMk id="2" creationId="{3D3191EB-1548-BEDC-2AE3-C72BCE9F2881}"/>
          </ac:spMkLst>
        </pc:spChg>
        <pc:spChg chg="mod">
          <ac:chgData name="Agamya R Jain" userId="5379bb5ac236f65f" providerId="Windows Live" clId="Web-{87F5FC3C-7AE9-DAF3-5A30-65B42707E7F3}" dt="2026-08-03T16:17:02.684" v="20" actId="1076"/>
          <ac:spMkLst>
            <pc:docMk/>
            <pc:sldMk cId="0" sldId="261"/>
            <ac:spMk id="365" creationId="{00000000-0000-0000-0000-000000000000}"/>
          </ac:spMkLst>
        </pc:spChg>
        <pc:spChg chg="mod">
          <ac:chgData name="Agamya R Jain" userId="5379bb5ac236f65f" providerId="Windows Live" clId="Web-{87F5FC3C-7AE9-DAF3-5A30-65B42707E7F3}" dt="2026-08-03T16:21:17.757" v="89" actId="1076"/>
          <ac:spMkLst>
            <pc:docMk/>
            <pc:sldMk cId="0" sldId="261"/>
            <ac:spMk id="402" creationId="{00000000-0000-0000-0000-000000000000}"/>
          </ac:spMkLst>
        </pc:spChg>
        <pc:graphicFrameChg chg="mod topLvl modGraphic">
          <ac:chgData name="Agamya R Jain" userId="5379bb5ac236f65f" providerId="Windows Live" clId="Web-{87F5FC3C-7AE9-DAF3-5A30-65B42707E7F3}" dt="2026-08-03T16:32:27.580" v="134"/>
          <ac:graphicFrameMkLst>
            <pc:docMk/>
            <pc:sldMk cId="0" sldId="261"/>
            <ac:graphicFrameMk id="3" creationId="{0ECD1732-E8A4-0532-1DDE-41C43FD5A273}"/>
          </ac:graphicFrameMkLst>
        </pc:graphicFrameChg>
        <pc:picChg chg="add mod">
          <ac:chgData name="Agamya R Jain" userId="5379bb5ac236f65f" providerId="Windows Live" clId="Web-{87F5FC3C-7AE9-DAF3-5A30-65B42707E7F3}" dt="2026-08-03T16:15:41.603" v="13" actId="1076"/>
          <ac:picMkLst>
            <pc:docMk/>
            <pc:sldMk cId="0" sldId="261"/>
            <ac:picMk id="4" creationId="{75505A87-86EE-5687-AE48-C17CF5E0E57F}"/>
          </ac:picMkLst>
        </pc:picChg>
      </pc:sldChg>
    </pc:docChg>
  </pc:docChgLst>
  <pc:docChgLst>
    <pc:chgData name="Agamya R Jain" userId="5379bb5ac236f65f" providerId="Windows Live" clId="Web-{2C1B37D8-DCC8-C900-1774-1E165A7FDBFD}"/>
    <pc:docChg chg="modSld">
      <pc:chgData name="Agamya R Jain" userId="5379bb5ac236f65f" providerId="Windows Live" clId="Web-{2C1B37D8-DCC8-C900-1774-1E165A7FDBFD}" dt="2026-08-07T10:15:14.426" v="0"/>
      <pc:docMkLst>
        <pc:docMk/>
      </pc:docMkLst>
      <pc:sldChg chg="addSp modSp">
        <pc:chgData name="Agamya R Jain" userId="5379bb5ac236f65f" providerId="Windows Live" clId="Web-{2C1B37D8-DCC8-C900-1774-1E165A7FDBFD}" dt="2026-08-07T10:15:14.426" v="0"/>
        <pc:sldMkLst>
          <pc:docMk/>
          <pc:sldMk cId="0" sldId="264"/>
        </pc:sldMkLst>
        <pc:graphicFrameChg chg="mod topLvl modGraphic">
          <ac:chgData name="Agamya R Jain" userId="5379bb5ac236f65f" providerId="Windows Live" clId="Web-{2C1B37D8-DCC8-C900-1774-1E165A7FDBFD}" dt="2026-08-07T10:15:14.426" v="0"/>
          <ac:graphicFrameMkLst>
            <pc:docMk/>
            <pc:sldMk cId="0" sldId="264"/>
            <ac:graphicFrameMk id="2" creationId="{E1FE0131-ACC2-4D80-115B-1F0413965DC1}"/>
          </ac:graphicFrameMkLst>
        </pc:graphicFrameChg>
      </pc:sldChg>
    </pc:docChg>
  </pc:docChgLst>
  <pc:docChgLst>
    <pc:chgData name="Agamya R Jain" userId="5379bb5ac236f65f" providerId="Windows Live" clId="Web-{5D9B5718-CBB8-9A92-09F0-12E5EEBB7D22}"/>
    <pc:docChg chg="addSld delSld modSld sldOrd">
      <pc:chgData name="Agamya R Jain" userId="5379bb5ac236f65f" providerId="Windows Live" clId="Web-{5D9B5718-CBB8-9A92-09F0-12E5EEBB7D22}" dt="2026-08-30T17:05:45.984" v="634" actId="1076"/>
      <pc:docMkLst>
        <pc:docMk/>
      </pc:docMkLst>
      <pc:sldChg chg="addSp delSp modSp mod setBg">
        <pc:chgData name="Agamya R Jain" userId="5379bb5ac236f65f" providerId="Windows Live" clId="Web-{5D9B5718-CBB8-9A92-09F0-12E5EEBB7D22}" dt="2026-08-30T15:50:44.904" v="289" actId="14100"/>
        <pc:sldMkLst>
          <pc:docMk/>
          <pc:sldMk cId="0" sldId="259"/>
        </pc:sldMkLst>
        <pc:spChg chg="mod">
          <ac:chgData name="Agamya R Jain" userId="5379bb5ac236f65f" providerId="Windows Live" clId="Web-{5D9B5718-CBB8-9A92-09F0-12E5EEBB7D22}" dt="2026-08-30T15:49:47.653" v="286" actId="1076"/>
          <ac:spMkLst>
            <pc:docMk/>
            <pc:sldMk cId="0" sldId="259"/>
            <ac:spMk id="267" creationId="{00000000-0000-0000-0000-000000000000}"/>
          </ac:spMkLst>
        </pc:spChg>
        <pc:graphicFrameChg chg="mod">
          <ac:chgData name="Agamya R Jain" userId="5379bb5ac236f65f" providerId="Windows Live" clId="Web-{5D9B5718-CBB8-9A92-09F0-12E5EEBB7D22}" dt="2026-08-30T15:49:10.152" v="282" actId="1076"/>
          <ac:graphicFrameMkLst>
            <pc:docMk/>
            <pc:sldMk cId="0" sldId="259"/>
            <ac:graphicFrameMk id="2" creationId="{B6219658-21C3-8B79-692B-AF47551227A8}"/>
          </ac:graphicFrameMkLst>
        </pc:graphicFrameChg>
        <pc:graphicFrameChg chg="mod">
          <ac:chgData name="Agamya R Jain" userId="5379bb5ac236f65f" providerId="Windows Live" clId="Web-{5D9B5718-CBB8-9A92-09F0-12E5EEBB7D22}" dt="2026-08-30T15:49:12.465" v="284" actId="14100"/>
          <ac:graphicFrameMkLst>
            <pc:docMk/>
            <pc:sldMk cId="0" sldId="259"/>
            <ac:graphicFrameMk id="5" creationId="{1EC16856-696E-EAB7-2111-E7E4EE5E3FD8}"/>
          </ac:graphicFrameMkLst>
        </pc:graphicFrameChg>
        <pc:picChg chg="add del mod">
          <ac:chgData name="Agamya R Jain" userId="5379bb5ac236f65f" providerId="Windows Live" clId="Web-{5D9B5718-CBB8-9A92-09F0-12E5EEBB7D22}" dt="2026-08-30T15:49:10.590" v="283"/>
          <ac:picMkLst>
            <pc:docMk/>
            <pc:sldMk cId="0" sldId="259"/>
            <ac:picMk id="256" creationId="{00000000-0000-0000-0000-000000000000}"/>
          </ac:picMkLst>
        </pc:picChg>
        <pc:picChg chg="mod">
          <ac:chgData name="Agamya R Jain" userId="5379bb5ac236f65f" providerId="Windows Live" clId="Web-{5D9B5718-CBB8-9A92-09F0-12E5EEBB7D22}" dt="2026-08-30T15:50:44.873" v="288" actId="14100"/>
          <ac:picMkLst>
            <pc:docMk/>
            <pc:sldMk cId="0" sldId="259"/>
            <ac:picMk id="259" creationId="{00000000-0000-0000-0000-000000000000}"/>
          </ac:picMkLst>
        </pc:picChg>
        <pc:picChg chg="mod">
          <ac:chgData name="Agamya R Jain" userId="5379bb5ac236f65f" providerId="Windows Live" clId="Web-{5D9B5718-CBB8-9A92-09F0-12E5EEBB7D22}" dt="2026-08-30T15:50:44.904" v="289" actId="14100"/>
          <ac:picMkLst>
            <pc:docMk/>
            <pc:sldMk cId="0" sldId="259"/>
            <ac:picMk id="271" creationId="{00000000-0000-0000-0000-000000000000}"/>
          </ac:picMkLst>
        </pc:picChg>
      </pc:sldChg>
      <pc:sldChg chg="modSp">
        <pc:chgData name="Agamya R Jain" userId="5379bb5ac236f65f" providerId="Windows Live" clId="Web-{5D9B5718-CBB8-9A92-09F0-12E5EEBB7D22}" dt="2026-08-30T15:56:21.803" v="294" actId="20577"/>
        <pc:sldMkLst>
          <pc:docMk/>
          <pc:sldMk cId="0" sldId="263"/>
        </pc:sldMkLst>
        <pc:spChg chg="mod">
          <ac:chgData name="Agamya R Jain" userId="5379bb5ac236f65f" providerId="Windows Live" clId="Web-{5D9B5718-CBB8-9A92-09F0-12E5EEBB7D22}" dt="2026-08-30T15:47:28.400" v="273"/>
          <ac:spMkLst>
            <pc:docMk/>
            <pc:sldMk cId="0" sldId="263"/>
            <ac:spMk id="2" creationId="{2CC6CAA9-5FB1-6024-943B-0E2C9D888478}"/>
          </ac:spMkLst>
        </pc:spChg>
        <pc:spChg chg="mod">
          <ac:chgData name="Agamya R Jain" userId="5379bb5ac236f65f" providerId="Windows Live" clId="Web-{5D9B5718-CBB8-9A92-09F0-12E5EEBB7D22}" dt="2026-08-30T15:47:28.400" v="274"/>
          <ac:spMkLst>
            <pc:docMk/>
            <pc:sldMk cId="0" sldId="263"/>
            <ac:spMk id="3" creationId="{92B328B0-40E6-946D-E3C3-F052F4078E39}"/>
          </ac:spMkLst>
        </pc:spChg>
        <pc:spChg chg="mod">
          <ac:chgData name="Agamya R Jain" userId="5379bb5ac236f65f" providerId="Windows Live" clId="Web-{5D9B5718-CBB8-9A92-09F0-12E5EEBB7D22}" dt="2026-08-30T15:47:28.728" v="275"/>
          <ac:spMkLst>
            <pc:docMk/>
            <pc:sldMk cId="0" sldId="263"/>
            <ac:spMk id="4" creationId="{A8B3544C-9BC0-5412-58C5-71C008DB4401}"/>
          </ac:spMkLst>
        </pc:spChg>
        <pc:spChg chg="mod">
          <ac:chgData name="Agamya R Jain" userId="5379bb5ac236f65f" providerId="Windows Live" clId="Web-{5D9B5718-CBB8-9A92-09F0-12E5EEBB7D22}" dt="2026-08-30T15:46:02.273" v="221" actId="20577"/>
          <ac:spMkLst>
            <pc:docMk/>
            <pc:sldMk cId="0" sldId="263"/>
            <ac:spMk id="463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56:21.803" v="294" actId="20577"/>
          <ac:spMkLst>
            <pc:docMk/>
            <pc:sldMk cId="0" sldId="263"/>
            <ac:spMk id="465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384" v="258"/>
          <ac:spMkLst>
            <pc:docMk/>
            <pc:sldMk cId="0" sldId="263"/>
            <ac:spMk id="468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384" v="259"/>
          <ac:spMkLst>
            <pc:docMk/>
            <pc:sldMk cId="0" sldId="263"/>
            <ac:spMk id="469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384" v="260"/>
          <ac:spMkLst>
            <pc:docMk/>
            <pc:sldMk cId="0" sldId="263"/>
            <ac:spMk id="470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384" v="261"/>
          <ac:spMkLst>
            <pc:docMk/>
            <pc:sldMk cId="0" sldId="263"/>
            <ac:spMk id="474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384" v="262"/>
          <ac:spMkLst>
            <pc:docMk/>
            <pc:sldMk cId="0" sldId="263"/>
            <ac:spMk id="475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384" v="263"/>
          <ac:spMkLst>
            <pc:docMk/>
            <pc:sldMk cId="0" sldId="263"/>
            <ac:spMk id="476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384" v="264"/>
          <ac:spMkLst>
            <pc:docMk/>
            <pc:sldMk cId="0" sldId="263"/>
            <ac:spMk id="477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384" v="265"/>
          <ac:spMkLst>
            <pc:docMk/>
            <pc:sldMk cId="0" sldId="263"/>
            <ac:spMk id="480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400" v="266"/>
          <ac:spMkLst>
            <pc:docMk/>
            <pc:sldMk cId="0" sldId="263"/>
            <ac:spMk id="481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400" v="267"/>
          <ac:spMkLst>
            <pc:docMk/>
            <pc:sldMk cId="0" sldId="263"/>
            <ac:spMk id="482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400" v="268"/>
          <ac:spMkLst>
            <pc:docMk/>
            <pc:sldMk cId="0" sldId="263"/>
            <ac:spMk id="483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400" v="269"/>
          <ac:spMkLst>
            <pc:docMk/>
            <pc:sldMk cId="0" sldId="263"/>
            <ac:spMk id="486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400" v="270"/>
          <ac:spMkLst>
            <pc:docMk/>
            <pc:sldMk cId="0" sldId="263"/>
            <ac:spMk id="487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400" v="271"/>
          <ac:spMkLst>
            <pc:docMk/>
            <pc:sldMk cId="0" sldId="263"/>
            <ac:spMk id="488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7:28.400" v="272"/>
          <ac:spMkLst>
            <pc:docMk/>
            <pc:sldMk cId="0" sldId="263"/>
            <ac:spMk id="489" creationId="{00000000-0000-0000-0000-000000000000}"/>
          </ac:spMkLst>
        </pc:spChg>
      </pc:sldChg>
      <pc:sldChg chg="addSp delSp modSp">
        <pc:chgData name="Agamya R Jain" userId="5379bb5ac236f65f" providerId="Windows Live" clId="Web-{5D9B5718-CBB8-9A92-09F0-12E5EEBB7D22}" dt="2026-08-30T15:57:24.492" v="296" actId="20577"/>
        <pc:sldMkLst>
          <pc:docMk/>
          <pc:sldMk cId="0" sldId="265"/>
        </pc:sldMkLst>
        <pc:spChg chg="add mod">
          <ac:chgData name="Agamya R Jain" userId="5379bb5ac236f65f" providerId="Windows Live" clId="Web-{5D9B5718-CBB8-9A92-09F0-12E5EEBB7D22}" dt="2026-08-30T11:16:03.831" v="203" actId="1076"/>
          <ac:spMkLst>
            <pc:docMk/>
            <pc:sldMk cId="0" sldId="265"/>
            <ac:spMk id="5" creationId="{940BB4DB-89F3-344E-AF5F-C38180818681}"/>
          </ac:spMkLst>
        </pc:spChg>
        <pc:spChg chg="add mod">
          <ac:chgData name="Agamya R Jain" userId="5379bb5ac236f65f" providerId="Windows Live" clId="Web-{5D9B5718-CBB8-9A92-09F0-12E5EEBB7D22}" dt="2026-08-30T11:16:03.847" v="204" actId="1076"/>
          <ac:spMkLst>
            <pc:docMk/>
            <pc:sldMk cId="0" sldId="265"/>
            <ac:spMk id="6" creationId="{2234D917-A659-AAF8-8D47-494B6F291D4A}"/>
          </ac:spMkLst>
        </pc:spChg>
        <pc:spChg chg="add mod">
          <ac:chgData name="Agamya R Jain" userId="5379bb5ac236f65f" providerId="Windows Live" clId="Web-{5D9B5718-CBB8-9A92-09F0-12E5EEBB7D22}" dt="2026-08-30T11:16:03.863" v="205" actId="1076"/>
          <ac:spMkLst>
            <pc:docMk/>
            <pc:sldMk cId="0" sldId="265"/>
            <ac:spMk id="7" creationId="{68550257-35C5-0F46-3D0D-FD3FBC9E441D}"/>
          </ac:spMkLst>
        </pc:spChg>
        <pc:spChg chg="mod">
          <ac:chgData name="Agamya R Jain" userId="5379bb5ac236f65f" providerId="Windows Live" clId="Web-{5D9B5718-CBB8-9A92-09F0-12E5EEBB7D22}" dt="2026-08-30T15:57:24.492" v="296" actId="20577"/>
          <ac:spMkLst>
            <pc:docMk/>
            <pc:sldMk cId="0" sldId="265"/>
            <ac:spMk id="536" creationId="{00000000-0000-0000-0000-000000000000}"/>
          </ac:spMkLst>
        </pc:spChg>
        <pc:spChg chg="del">
          <ac:chgData name="Agamya R Jain" userId="5379bb5ac236f65f" providerId="Windows Live" clId="Web-{5D9B5718-CBB8-9A92-09F0-12E5EEBB7D22}" dt="2026-08-30T11:01:11.762" v="13"/>
          <ac:spMkLst>
            <pc:docMk/>
            <pc:sldMk cId="0" sldId="265"/>
            <ac:spMk id="539" creationId="{00000000-0000-0000-0000-000000000000}"/>
          </ac:spMkLst>
        </pc:spChg>
        <pc:spChg chg="del">
          <ac:chgData name="Agamya R Jain" userId="5379bb5ac236f65f" providerId="Windows Live" clId="Web-{5D9B5718-CBB8-9A92-09F0-12E5EEBB7D22}" dt="2026-08-30T11:01:11.762" v="12"/>
          <ac:spMkLst>
            <pc:docMk/>
            <pc:sldMk cId="0" sldId="265"/>
            <ac:spMk id="540" creationId="{00000000-0000-0000-0000-000000000000}"/>
          </ac:spMkLst>
        </pc:spChg>
        <pc:spChg chg="del">
          <ac:chgData name="Agamya R Jain" userId="5379bb5ac236f65f" providerId="Windows Live" clId="Web-{5D9B5718-CBB8-9A92-09F0-12E5EEBB7D22}" dt="2026-08-30T11:01:11.762" v="11"/>
          <ac:spMkLst>
            <pc:docMk/>
            <pc:sldMk cId="0" sldId="265"/>
            <ac:spMk id="541" creationId="{00000000-0000-0000-0000-000000000000}"/>
          </ac:spMkLst>
        </pc:spChg>
        <pc:spChg chg="del">
          <ac:chgData name="Agamya R Jain" userId="5379bb5ac236f65f" providerId="Windows Live" clId="Web-{5D9B5718-CBB8-9A92-09F0-12E5EEBB7D22}" dt="2026-08-30T11:01:11.762" v="10"/>
          <ac:spMkLst>
            <pc:docMk/>
            <pc:sldMk cId="0" sldId="265"/>
            <ac:spMk id="542" creationId="{00000000-0000-0000-0000-000000000000}"/>
          </ac:spMkLst>
        </pc:spChg>
        <pc:spChg chg="del">
          <ac:chgData name="Agamya R Jain" userId="5379bb5ac236f65f" providerId="Windows Live" clId="Web-{5D9B5718-CBB8-9A92-09F0-12E5EEBB7D22}" dt="2026-08-30T11:01:11.762" v="8"/>
          <ac:spMkLst>
            <pc:docMk/>
            <pc:sldMk cId="0" sldId="265"/>
            <ac:spMk id="545" creationId="{00000000-0000-0000-0000-000000000000}"/>
          </ac:spMkLst>
        </pc:spChg>
        <pc:spChg chg="del">
          <ac:chgData name="Agamya R Jain" userId="5379bb5ac236f65f" providerId="Windows Live" clId="Web-{5D9B5718-CBB8-9A92-09F0-12E5EEBB7D22}" dt="2026-08-30T11:01:18.934" v="20"/>
          <ac:spMkLst>
            <pc:docMk/>
            <pc:sldMk cId="0" sldId="265"/>
            <ac:spMk id="547" creationId="{00000000-0000-0000-0000-000000000000}"/>
          </ac:spMkLst>
        </pc:spChg>
        <pc:spChg chg="del">
          <ac:chgData name="Agamya R Jain" userId="5379bb5ac236f65f" providerId="Windows Live" clId="Web-{5D9B5718-CBB8-9A92-09F0-12E5EEBB7D22}" dt="2026-08-30T11:01:11.762" v="5"/>
          <ac:spMkLst>
            <pc:docMk/>
            <pc:sldMk cId="0" sldId="265"/>
            <ac:spMk id="549" creationId="{00000000-0000-0000-0000-000000000000}"/>
          </ac:spMkLst>
        </pc:spChg>
        <pc:spChg chg="del">
          <ac:chgData name="Agamya R Jain" userId="5379bb5ac236f65f" providerId="Windows Live" clId="Web-{5D9B5718-CBB8-9A92-09F0-12E5EEBB7D22}" dt="2026-08-30T11:01:11.762" v="3"/>
          <ac:spMkLst>
            <pc:docMk/>
            <pc:sldMk cId="0" sldId="265"/>
            <ac:spMk id="551" creationId="{00000000-0000-0000-0000-000000000000}"/>
          </ac:spMkLst>
        </pc:spChg>
        <pc:spChg chg="mod">
          <ac:chgData name="Agamya R Jain" userId="5379bb5ac236f65f" providerId="Windows Live" clId="Web-{5D9B5718-CBB8-9A92-09F0-12E5EEBB7D22}" dt="2026-08-30T15:44:14.816" v="218" actId="1076"/>
          <ac:spMkLst>
            <pc:docMk/>
            <pc:sldMk cId="0" sldId="265"/>
            <ac:spMk id="556" creationId="{00000000-0000-0000-0000-000000000000}"/>
          </ac:spMkLst>
        </pc:spChg>
        <pc:graphicFrameChg chg="mod modGraphic">
          <ac:chgData name="Agamya R Jain" userId="5379bb5ac236f65f" providerId="Windows Live" clId="Web-{5D9B5718-CBB8-9A92-09F0-12E5EEBB7D22}" dt="2026-08-30T11:16:08.410" v="206"/>
          <ac:graphicFrameMkLst>
            <pc:docMk/>
            <pc:sldMk cId="0" sldId="265"/>
            <ac:graphicFrameMk id="3" creationId="{26F4FC13-E68E-26C9-C471-C226DD02A4A5}"/>
          </ac:graphicFrameMkLst>
        </pc:graphicFrameChg>
        <pc:graphicFrameChg chg="add del mod modGraphic">
          <ac:chgData name="Agamya R Jain" userId="5379bb5ac236f65f" providerId="Windows Live" clId="Web-{5D9B5718-CBB8-9A92-09F0-12E5EEBB7D22}" dt="2026-08-30T11:06:00.062" v="102"/>
          <ac:graphicFrameMkLst>
            <pc:docMk/>
            <pc:sldMk cId="0" sldId="265"/>
            <ac:graphicFrameMk id="4" creationId="{982C24B4-0112-9204-67B4-6A66EB7B2F24}"/>
          </ac:graphicFrameMkLst>
        </pc:graphicFrameChg>
        <pc:picChg chg="del">
          <ac:chgData name="Agamya R Jain" userId="5379bb5ac236f65f" providerId="Windows Live" clId="Web-{5D9B5718-CBB8-9A92-09F0-12E5EEBB7D22}" dt="2026-08-30T11:01:11.762" v="17"/>
          <ac:picMkLst>
            <pc:docMk/>
            <pc:sldMk cId="0" sldId="265"/>
            <ac:picMk id="529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1.762" v="16"/>
          <ac:picMkLst>
            <pc:docMk/>
            <pc:sldMk cId="0" sldId="265"/>
            <ac:picMk id="530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1.762" v="15"/>
          <ac:picMkLst>
            <pc:docMk/>
            <pc:sldMk cId="0" sldId="265"/>
            <ac:picMk id="531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1.762" v="14"/>
          <ac:picMkLst>
            <pc:docMk/>
            <pc:sldMk cId="0" sldId="265"/>
            <ac:picMk id="532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1.762" v="9"/>
          <ac:picMkLst>
            <pc:docMk/>
            <pc:sldMk cId="0" sldId="265"/>
            <ac:picMk id="544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1.762" v="7"/>
          <ac:picMkLst>
            <pc:docMk/>
            <pc:sldMk cId="0" sldId="265"/>
            <ac:picMk id="546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1.762" v="6"/>
          <ac:picMkLst>
            <pc:docMk/>
            <pc:sldMk cId="0" sldId="265"/>
            <ac:picMk id="548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1.762" v="4"/>
          <ac:picMkLst>
            <pc:docMk/>
            <pc:sldMk cId="0" sldId="265"/>
            <ac:picMk id="550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1.762" v="2"/>
          <ac:picMkLst>
            <pc:docMk/>
            <pc:sldMk cId="0" sldId="265"/>
            <ac:picMk id="552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8.934" v="19"/>
          <ac:picMkLst>
            <pc:docMk/>
            <pc:sldMk cId="0" sldId="265"/>
            <ac:picMk id="553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1.762" v="1"/>
          <ac:picMkLst>
            <pc:docMk/>
            <pc:sldMk cId="0" sldId="265"/>
            <ac:picMk id="554" creationId="{00000000-0000-0000-0000-000000000000}"/>
          </ac:picMkLst>
        </pc:picChg>
        <pc:picChg chg="del">
          <ac:chgData name="Agamya R Jain" userId="5379bb5ac236f65f" providerId="Windows Live" clId="Web-{5D9B5718-CBB8-9A92-09F0-12E5EEBB7D22}" dt="2026-08-30T11:01:11.746" v="0"/>
          <ac:picMkLst>
            <pc:docMk/>
            <pc:sldMk cId="0" sldId="265"/>
            <ac:picMk id="555" creationId="{00000000-0000-0000-0000-000000000000}"/>
          </ac:picMkLst>
        </pc:picChg>
      </pc:sldChg>
      <pc:sldChg chg="add del">
        <pc:chgData name="Agamya R Jain" userId="5379bb5ac236f65f" providerId="Windows Live" clId="Web-{5D9B5718-CBB8-9A92-09F0-12E5EEBB7D22}" dt="2026-08-30T15:56:00.068" v="292"/>
        <pc:sldMkLst>
          <pc:docMk/>
          <pc:sldMk cId="3084265117" sldId="268"/>
        </pc:sldMkLst>
      </pc:sldChg>
    </pc:docChg>
  </pc:docChgLst>
  <pc:docChgLst>
    <pc:chgData name="Agamya R Jain" userId="5379bb5ac236f65f" providerId="Windows Live" clId="Web-{60B5B7B9-68F9-0808-2544-3B1DC8BCCD46}"/>
    <pc:docChg chg="modSld">
      <pc:chgData name="Agamya R Jain" userId="5379bb5ac236f65f" providerId="Windows Live" clId="Web-{60B5B7B9-68F9-0808-2544-3B1DC8BCCD46}" dt="2026-08-06T06:09:34.191" v="5"/>
      <pc:docMkLst>
        <pc:docMk/>
      </pc:docMkLst>
      <pc:sldChg chg="addSp modSp">
        <pc:chgData name="Agamya R Jain" userId="5379bb5ac236f65f" providerId="Windows Live" clId="Web-{60B5B7B9-68F9-0808-2544-3B1DC8BCCD46}" dt="2026-08-06T06:09:34.191" v="5"/>
        <pc:sldMkLst>
          <pc:docMk/>
          <pc:sldMk cId="0" sldId="263"/>
        </pc:sldMkLst>
      </pc:sldChg>
    </pc:docChg>
  </pc:docChgLst>
  <pc:docChgLst>
    <pc:chgData name="Agamya R Jain" userId="5379bb5ac236f65f" providerId="Windows Live" clId="Web-{763D9F04-C2DD-8D3F-177A-AE530D5D5667}"/>
    <pc:docChg chg="modSld">
      <pc:chgData name="Agamya R Jain" userId="5379bb5ac236f65f" providerId="Windows Live" clId="Web-{763D9F04-C2DD-8D3F-177A-AE530D5D5667}" dt="2026-08-13T07:35:16.832" v="53" actId="1076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Sharpener/Presentations/2%20Boxify%20Customer%20Churn%20%5e0%20Retention%20Analysis%20D2_BarStack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Sharpener/Presentations/2%20Boxify%20Customer%20Churn%20%5e0%20Retention%20Analysis%20D2_ColumnCluster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Sharpener/Presentations/2%20Boxify%20Customer%20Churn%20%5e0%20Retention%20Analysis%20D2_BarStacked10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Sharpener/Presentations/2%20Boxify%20Customer%20Churn%20%5e0%20Retention%20Analysis%20D2_Pi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Sharpener/Presentations/2%20Boxify%20Customer%20Churn%20%5e0%20Retention%20Analysis%20D2_XYScatter%20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Sharpener/Presentations/Final%20PPT/PPT%202%20%20Boxify%20Customer%20Churn%20%5e0%20Retention%20Analysis_ColumnClustered%20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Sharpener/Presentations/Final%20PPT/PPT%202%20%20Boxify%20Customer%20Churn%20%5e0%20Retention%20Analysis_ColumnClustered%20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Sharpener/Presentations/Final%20PPT/PPT%202%20%20Boxify%20Customer%20Churn%20%5e0%20Retention%20Analysis_Doughnu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Sharpener/Presentations/2%20Boxify%20Customer%20Churn%20%5e0%20Retention%20Analysis%20D2_LineMarker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FF0000"/>
            </a:solidFill>
            <a:ln w="2540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Annual</c:v>
                </c:pt>
                <c:pt idx="1">
                  <c:v>Quaterly</c:v>
                </c:pt>
                <c:pt idx="2">
                  <c:v>Monthly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</c:v>
                </c:pt>
                <c:pt idx="1">
                  <c:v>50</c:v>
                </c:pt>
                <c:pt idx="2">
                  <c:v>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6F-4627-AB37-CED44A254E15}"/>
            </c:ext>
          </c:extLst>
        </c:ser>
        <c:ser>
          <c:idx val="0"/>
          <c:order val="1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Annual</c:v>
                </c:pt>
                <c:pt idx="1">
                  <c:v>Quaterly</c:v>
                </c:pt>
                <c:pt idx="2">
                  <c:v>Monthly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</c:v>
                </c:pt>
                <c:pt idx="1">
                  <c:v>259</c:v>
                </c:pt>
                <c:pt idx="2">
                  <c:v>565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6F-4627-AB37-CED44A254E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7"/>
        <c:axId val="353299119"/>
        <c:axId val="353299599"/>
      </c:barChart>
      <c:catAx>
        <c:axId val="353299119"/>
        <c:scaling>
          <c:orientation val="maxMin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3299599"/>
        <c:crosses val="autoZero"/>
        <c:auto val="1"/>
        <c:lblAlgn val="ctr"/>
        <c:lblOffset val="100"/>
        <c:noMultiLvlLbl val="0"/>
      </c:catAx>
      <c:valAx>
        <c:axId val="353299599"/>
        <c:scaling>
          <c:orientation val="minMax"/>
        </c:scaling>
        <c:delete val="1"/>
        <c:axPos val="r"/>
        <c:numFmt formatCode="General" sourceLinked="1"/>
        <c:majorTickMark val="none"/>
        <c:minorTickMark val="none"/>
        <c:tickLblPos val="high"/>
        <c:crossAx val="353299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Chennai</c:v>
                </c:pt>
                <c:pt idx="1">
                  <c:v>Hyderabad</c:v>
                </c:pt>
                <c:pt idx="2">
                  <c:v>Delhi</c:v>
                </c:pt>
                <c:pt idx="3">
                  <c:v>Kolkata</c:v>
                </c:pt>
                <c:pt idx="4">
                  <c:v>Lucknow</c:v>
                </c:pt>
                <c:pt idx="5">
                  <c:v>Pune</c:v>
                </c:pt>
                <c:pt idx="6">
                  <c:v>Mumbai</c:v>
                </c:pt>
                <c:pt idx="7">
                  <c:v>Jaipur</c:v>
                </c:pt>
                <c:pt idx="8">
                  <c:v>Bengaluru</c:v>
                </c:pt>
                <c:pt idx="9">
                  <c:v>Ahmedabad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</c:v>
                </c:pt>
                <c:pt idx="1">
                  <c:v>29</c:v>
                </c:pt>
                <c:pt idx="2">
                  <c:v>21</c:v>
                </c:pt>
                <c:pt idx="3">
                  <c:v>21</c:v>
                </c:pt>
                <c:pt idx="4">
                  <c:v>21</c:v>
                </c:pt>
                <c:pt idx="5">
                  <c:v>21</c:v>
                </c:pt>
                <c:pt idx="6">
                  <c:v>19</c:v>
                </c:pt>
                <c:pt idx="7">
                  <c:v>17</c:v>
                </c:pt>
                <c:pt idx="8">
                  <c:v>15</c:v>
                </c:pt>
                <c:pt idx="9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8D-48F5-83C6-69F92833BD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1874448"/>
        <c:axId val="881877328"/>
      </c:barChart>
      <c:catAx>
        <c:axId val="88187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1877328"/>
        <c:crosses val="autoZero"/>
        <c:auto val="1"/>
        <c:lblAlgn val="ctr"/>
        <c:lblOffset val="100"/>
        <c:noMultiLvlLbl val="0"/>
      </c:catAx>
      <c:valAx>
        <c:axId val="8818773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8187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Under 25</c:v>
                </c:pt>
                <c:pt idx="1">
                  <c:v>25 - 35</c:v>
                </c:pt>
                <c:pt idx="2">
                  <c:v>36 - 50</c:v>
                </c:pt>
                <c:pt idx="3">
                  <c:v>50+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</c:v>
                </c:pt>
                <c:pt idx="1">
                  <c:v>239</c:v>
                </c:pt>
                <c:pt idx="2">
                  <c:v>365</c:v>
                </c:pt>
                <c:pt idx="3">
                  <c:v>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F1-4770-B544-73B703644C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Under 25</c:v>
                </c:pt>
                <c:pt idx="1">
                  <c:v>25 - 35</c:v>
                </c:pt>
                <c:pt idx="2">
                  <c:v>36 - 50</c:v>
                </c:pt>
                <c:pt idx="3">
                  <c:v>50+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</c:v>
                </c:pt>
                <c:pt idx="1">
                  <c:v>40</c:v>
                </c:pt>
                <c:pt idx="2">
                  <c:v>81</c:v>
                </c:pt>
                <c:pt idx="3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F1-4770-B544-73B703644C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50813008"/>
        <c:axId val="750811568"/>
      </c:barChart>
      <c:catAx>
        <c:axId val="7508130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0811568"/>
        <c:crosses val="autoZero"/>
        <c:auto val="1"/>
        <c:lblAlgn val="ctr"/>
        <c:lblOffset val="100"/>
        <c:noMultiLvlLbl val="0"/>
      </c:catAx>
      <c:valAx>
        <c:axId val="750811568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081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0070C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468</c:v>
                </c:pt>
                <c:pt idx="1">
                  <c:v>473</c:v>
                </c:pt>
                <c:pt idx="2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A-436F-9F19-D5045A6C3D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FF000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107</c:v>
                </c:pt>
                <c:pt idx="1">
                  <c:v>95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DA-436F-9F19-D5045A6C3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1"/>
        <c:axId val="642568"/>
        <c:axId val="1868555272"/>
      </c:barChart>
      <c:catAx>
        <c:axId val="6425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8555272"/>
        <c:crosses val="autoZero"/>
        <c:auto val="1"/>
        <c:lblAlgn val="ctr"/>
        <c:lblOffset val="100"/>
        <c:noMultiLvlLbl val="0"/>
      </c:catAx>
      <c:valAx>
        <c:axId val="186855527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642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{"Active"}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0070C0"/>
            </a:solidFill>
            <a:ln w="25400">
              <a:noFill/>
            </a:ln>
            <a:effectLst/>
          </c:spPr>
          <c:invertIfNegative val="0"/>
          <c:xVal>
            <c:numRef>
              <c:f>Sheet1!$A$2:$A$90</c:f>
              <c:numCache>
                <c:formatCode>General</c:formatCode>
                <c:ptCount val="89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12</c:v>
                </c:pt>
                <c:pt idx="5">
                  <c:v>13</c:v>
                </c:pt>
                <c:pt idx="6">
                  <c:v>17</c:v>
                </c:pt>
                <c:pt idx="7">
                  <c:v>18</c:v>
                </c:pt>
                <c:pt idx="8">
                  <c:v>20</c:v>
                </c:pt>
                <c:pt idx="9">
                  <c:v>21</c:v>
                </c:pt>
                <c:pt idx="10">
                  <c:v>22</c:v>
                </c:pt>
                <c:pt idx="11">
                  <c:v>23</c:v>
                </c:pt>
                <c:pt idx="12">
                  <c:v>24</c:v>
                </c:pt>
                <c:pt idx="13">
                  <c:v>25</c:v>
                </c:pt>
                <c:pt idx="14">
                  <c:v>26</c:v>
                </c:pt>
                <c:pt idx="15">
                  <c:v>27</c:v>
                </c:pt>
                <c:pt idx="16">
                  <c:v>28</c:v>
                </c:pt>
                <c:pt idx="17">
                  <c:v>29</c:v>
                </c:pt>
                <c:pt idx="18">
                  <c:v>30</c:v>
                </c:pt>
                <c:pt idx="19">
                  <c:v>31</c:v>
                </c:pt>
                <c:pt idx="20">
                  <c:v>32</c:v>
                </c:pt>
                <c:pt idx="21">
                  <c:v>33</c:v>
                </c:pt>
                <c:pt idx="22">
                  <c:v>34</c:v>
                </c:pt>
                <c:pt idx="23">
                  <c:v>35</c:v>
                </c:pt>
                <c:pt idx="24">
                  <c:v>36</c:v>
                </c:pt>
                <c:pt idx="25">
                  <c:v>37</c:v>
                </c:pt>
                <c:pt idx="26">
                  <c:v>38</c:v>
                </c:pt>
                <c:pt idx="27">
                  <c:v>39</c:v>
                </c:pt>
                <c:pt idx="28">
                  <c:v>40</c:v>
                </c:pt>
                <c:pt idx="29">
                  <c:v>41</c:v>
                </c:pt>
                <c:pt idx="30">
                  <c:v>42</c:v>
                </c:pt>
                <c:pt idx="31">
                  <c:v>43</c:v>
                </c:pt>
                <c:pt idx="32">
                  <c:v>44</c:v>
                </c:pt>
                <c:pt idx="33">
                  <c:v>45</c:v>
                </c:pt>
                <c:pt idx="34">
                  <c:v>46</c:v>
                </c:pt>
                <c:pt idx="35">
                  <c:v>47</c:v>
                </c:pt>
                <c:pt idx="36">
                  <c:v>48</c:v>
                </c:pt>
                <c:pt idx="37">
                  <c:v>49</c:v>
                </c:pt>
                <c:pt idx="38">
                  <c:v>50</c:v>
                </c:pt>
                <c:pt idx="39">
                  <c:v>51</c:v>
                </c:pt>
                <c:pt idx="40">
                  <c:v>52</c:v>
                </c:pt>
                <c:pt idx="41">
                  <c:v>53</c:v>
                </c:pt>
                <c:pt idx="42">
                  <c:v>54</c:v>
                </c:pt>
                <c:pt idx="43">
                  <c:v>55</c:v>
                </c:pt>
                <c:pt idx="44">
                  <c:v>56</c:v>
                </c:pt>
                <c:pt idx="45">
                  <c:v>57</c:v>
                </c:pt>
                <c:pt idx="46">
                  <c:v>58</c:v>
                </c:pt>
                <c:pt idx="47">
                  <c:v>59</c:v>
                </c:pt>
                <c:pt idx="48">
                  <c:v>60</c:v>
                </c:pt>
                <c:pt idx="49">
                  <c:v>61</c:v>
                </c:pt>
                <c:pt idx="50">
                  <c:v>62</c:v>
                </c:pt>
                <c:pt idx="51">
                  <c:v>63</c:v>
                </c:pt>
                <c:pt idx="52">
                  <c:v>64</c:v>
                </c:pt>
                <c:pt idx="53">
                  <c:v>65</c:v>
                </c:pt>
                <c:pt idx="54">
                  <c:v>66</c:v>
                </c:pt>
                <c:pt idx="55">
                  <c:v>67</c:v>
                </c:pt>
                <c:pt idx="56">
                  <c:v>68</c:v>
                </c:pt>
                <c:pt idx="57">
                  <c:v>69</c:v>
                </c:pt>
                <c:pt idx="58">
                  <c:v>70</c:v>
                </c:pt>
                <c:pt idx="59">
                  <c:v>71</c:v>
                </c:pt>
                <c:pt idx="60">
                  <c:v>72</c:v>
                </c:pt>
                <c:pt idx="61">
                  <c:v>73</c:v>
                </c:pt>
                <c:pt idx="62">
                  <c:v>74</c:v>
                </c:pt>
                <c:pt idx="63">
                  <c:v>75</c:v>
                </c:pt>
                <c:pt idx="64">
                  <c:v>76</c:v>
                </c:pt>
                <c:pt idx="65">
                  <c:v>77</c:v>
                </c:pt>
                <c:pt idx="66">
                  <c:v>78</c:v>
                </c:pt>
                <c:pt idx="67">
                  <c:v>79</c:v>
                </c:pt>
                <c:pt idx="68">
                  <c:v>80</c:v>
                </c:pt>
                <c:pt idx="69">
                  <c:v>81</c:v>
                </c:pt>
                <c:pt idx="70">
                  <c:v>82</c:v>
                </c:pt>
                <c:pt idx="71">
                  <c:v>83</c:v>
                </c:pt>
                <c:pt idx="72">
                  <c:v>84</c:v>
                </c:pt>
                <c:pt idx="73">
                  <c:v>85</c:v>
                </c:pt>
                <c:pt idx="74">
                  <c:v>86</c:v>
                </c:pt>
                <c:pt idx="75">
                  <c:v>87</c:v>
                </c:pt>
                <c:pt idx="76">
                  <c:v>88</c:v>
                </c:pt>
                <c:pt idx="77">
                  <c:v>89</c:v>
                </c:pt>
                <c:pt idx="78">
                  <c:v>90</c:v>
                </c:pt>
                <c:pt idx="79">
                  <c:v>91</c:v>
                </c:pt>
                <c:pt idx="80">
                  <c:v>92</c:v>
                </c:pt>
                <c:pt idx="81">
                  <c:v>93</c:v>
                </c:pt>
                <c:pt idx="82">
                  <c:v>94</c:v>
                </c:pt>
                <c:pt idx="83">
                  <c:v>95</c:v>
                </c:pt>
                <c:pt idx="84">
                  <c:v>96</c:v>
                </c:pt>
                <c:pt idx="85">
                  <c:v>97</c:v>
                </c:pt>
                <c:pt idx="86">
                  <c:v>98</c:v>
                </c:pt>
                <c:pt idx="87">
                  <c:v>99</c:v>
                </c:pt>
                <c:pt idx="88">
                  <c:v>100</c:v>
                </c:pt>
              </c:numCache>
            </c:numRef>
          </c:xVal>
          <c:yVal>
            <c:numRef>
              <c:f>Sheet1!$B$2:$B$90</c:f>
              <c:numCache>
                <c:formatCode>General</c:formatCode>
                <c:ptCount val="89"/>
                <c:pt idx="0">
                  <c:v>31</c:v>
                </c:pt>
                <c:pt idx="1">
                  <c:v>16</c:v>
                </c:pt>
                <c:pt idx="2">
                  <c:v>25</c:v>
                </c:pt>
                <c:pt idx="3">
                  <c:v>14</c:v>
                </c:pt>
                <c:pt idx="4">
                  <c:v>25</c:v>
                </c:pt>
                <c:pt idx="5">
                  <c:v>22</c:v>
                </c:pt>
                <c:pt idx="6">
                  <c:v>12</c:v>
                </c:pt>
                <c:pt idx="7">
                  <c:v>19</c:v>
                </c:pt>
                <c:pt idx="8">
                  <c:v>19.329999999999998</c:v>
                </c:pt>
                <c:pt idx="9">
                  <c:v>18.399999999999999</c:v>
                </c:pt>
                <c:pt idx="10">
                  <c:v>19.670000000000002</c:v>
                </c:pt>
                <c:pt idx="11">
                  <c:v>19.5</c:v>
                </c:pt>
                <c:pt idx="12">
                  <c:v>18.670000000000002</c:v>
                </c:pt>
                <c:pt idx="13">
                  <c:v>24</c:v>
                </c:pt>
                <c:pt idx="14">
                  <c:v>7.5</c:v>
                </c:pt>
                <c:pt idx="15">
                  <c:v>20</c:v>
                </c:pt>
                <c:pt idx="16">
                  <c:v>17.670000000000002</c:v>
                </c:pt>
                <c:pt idx="17">
                  <c:v>22.8</c:v>
                </c:pt>
                <c:pt idx="18">
                  <c:v>24.8</c:v>
                </c:pt>
                <c:pt idx="19">
                  <c:v>19.329999999999998</c:v>
                </c:pt>
                <c:pt idx="20">
                  <c:v>25.5</c:v>
                </c:pt>
                <c:pt idx="21">
                  <c:v>18.29</c:v>
                </c:pt>
                <c:pt idx="22">
                  <c:v>19.3</c:v>
                </c:pt>
                <c:pt idx="23">
                  <c:v>26.33</c:v>
                </c:pt>
                <c:pt idx="24">
                  <c:v>14.75</c:v>
                </c:pt>
                <c:pt idx="25">
                  <c:v>24.67</c:v>
                </c:pt>
                <c:pt idx="26">
                  <c:v>24.6</c:v>
                </c:pt>
                <c:pt idx="27">
                  <c:v>27.6</c:v>
                </c:pt>
                <c:pt idx="28">
                  <c:v>21.36</c:v>
                </c:pt>
                <c:pt idx="29">
                  <c:v>22.07</c:v>
                </c:pt>
                <c:pt idx="30">
                  <c:v>23.28</c:v>
                </c:pt>
                <c:pt idx="31">
                  <c:v>25.38</c:v>
                </c:pt>
                <c:pt idx="32">
                  <c:v>22.31</c:v>
                </c:pt>
                <c:pt idx="33">
                  <c:v>28.15</c:v>
                </c:pt>
                <c:pt idx="34">
                  <c:v>24.5</c:v>
                </c:pt>
                <c:pt idx="35">
                  <c:v>22.79</c:v>
                </c:pt>
                <c:pt idx="36">
                  <c:v>21.15</c:v>
                </c:pt>
                <c:pt idx="37">
                  <c:v>18.829999999999998</c:v>
                </c:pt>
                <c:pt idx="38">
                  <c:v>24.75</c:v>
                </c:pt>
                <c:pt idx="39">
                  <c:v>23.84</c:v>
                </c:pt>
                <c:pt idx="40">
                  <c:v>24.43</c:v>
                </c:pt>
                <c:pt idx="41">
                  <c:v>20.39</c:v>
                </c:pt>
                <c:pt idx="42">
                  <c:v>21.64</c:v>
                </c:pt>
                <c:pt idx="43">
                  <c:v>25.73</c:v>
                </c:pt>
                <c:pt idx="44">
                  <c:v>22.29</c:v>
                </c:pt>
                <c:pt idx="45">
                  <c:v>19.22</c:v>
                </c:pt>
                <c:pt idx="46">
                  <c:v>20.309999999999999</c:v>
                </c:pt>
                <c:pt idx="47">
                  <c:v>19.09</c:v>
                </c:pt>
                <c:pt idx="48">
                  <c:v>20.21</c:v>
                </c:pt>
                <c:pt idx="49">
                  <c:v>19.899999999999999</c:v>
                </c:pt>
                <c:pt idx="50">
                  <c:v>23.92</c:v>
                </c:pt>
                <c:pt idx="51">
                  <c:v>21.11</c:v>
                </c:pt>
                <c:pt idx="52">
                  <c:v>23.09</c:v>
                </c:pt>
                <c:pt idx="53">
                  <c:v>23.32</c:v>
                </c:pt>
                <c:pt idx="54">
                  <c:v>24.25</c:v>
                </c:pt>
                <c:pt idx="55">
                  <c:v>23.68</c:v>
                </c:pt>
                <c:pt idx="56">
                  <c:v>19.68</c:v>
                </c:pt>
                <c:pt idx="57">
                  <c:v>17.260000000000002</c:v>
                </c:pt>
                <c:pt idx="58">
                  <c:v>21.81</c:v>
                </c:pt>
                <c:pt idx="59">
                  <c:v>19.55</c:v>
                </c:pt>
                <c:pt idx="60">
                  <c:v>20.65</c:v>
                </c:pt>
                <c:pt idx="61">
                  <c:v>22.84</c:v>
                </c:pt>
                <c:pt idx="62">
                  <c:v>18</c:v>
                </c:pt>
                <c:pt idx="63">
                  <c:v>25.47</c:v>
                </c:pt>
                <c:pt idx="64">
                  <c:v>22.1</c:v>
                </c:pt>
                <c:pt idx="65">
                  <c:v>21.14</c:v>
                </c:pt>
                <c:pt idx="66">
                  <c:v>17.14</c:v>
                </c:pt>
                <c:pt idx="67">
                  <c:v>21</c:v>
                </c:pt>
                <c:pt idx="68">
                  <c:v>22</c:v>
                </c:pt>
                <c:pt idx="69">
                  <c:v>21.18</c:v>
                </c:pt>
                <c:pt idx="70">
                  <c:v>25.2</c:v>
                </c:pt>
                <c:pt idx="71">
                  <c:v>18.13</c:v>
                </c:pt>
                <c:pt idx="72">
                  <c:v>20.6</c:v>
                </c:pt>
                <c:pt idx="73">
                  <c:v>24</c:v>
                </c:pt>
                <c:pt idx="74">
                  <c:v>24.22</c:v>
                </c:pt>
                <c:pt idx="75">
                  <c:v>21.5</c:v>
                </c:pt>
                <c:pt idx="76">
                  <c:v>22.67</c:v>
                </c:pt>
                <c:pt idx="77">
                  <c:v>21.89</c:v>
                </c:pt>
                <c:pt idx="78">
                  <c:v>22.89</c:v>
                </c:pt>
                <c:pt idx="79">
                  <c:v>22.86</c:v>
                </c:pt>
                <c:pt idx="80">
                  <c:v>17.399999999999999</c:v>
                </c:pt>
                <c:pt idx="81">
                  <c:v>33</c:v>
                </c:pt>
                <c:pt idx="82">
                  <c:v>24.75</c:v>
                </c:pt>
                <c:pt idx="83">
                  <c:v>25.83</c:v>
                </c:pt>
                <c:pt idx="84">
                  <c:v>21.17</c:v>
                </c:pt>
                <c:pt idx="85">
                  <c:v>25</c:v>
                </c:pt>
                <c:pt idx="86">
                  <c:v>31</c:v>
                </c:pt>
                <c:pt idx="87">
                  <c:v>14</c:v>
                </c:pt>
                <c:pt idx="88">
                  <c:v>23.46</c:v>
                </c:pt>
              </c:numCache>
            </c:numRef>
          </c:yVal>
          <c:bubbleSize>
            <c:numRef>
              <c:f>Sheet1!$C$2:$C$90</c:f>
              <c:numCache>
                <c:formatCode>General</c:formatCode>
                <c:ptCount val="89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3</c:v>
                </c:pt>
                <c:pt idx="9">
                  <c:v>5</c:v>
                </c:pt>
                <c:pt idx="10">
                  <c:v>3</c:v>
                </c:pt>
                <c:pt idx="11">
                  <c:v>2</c:v>
                </c:pt>
                <c:pt idx="12">
                  <c:v>3</c:v>
                </c:pt>
                <c:pt idx="13">
                  <c:v>6</c:v>
                </c:pt>
                <c:pt idx="14">
                  <c:v>2</c:v>
                </c:pt>
                <c:pt idx="15">
                  <c:v>3</c:v>
                </c:pt>
                <c:pt idx="16">
                  <c:v>6</c:v>
                </c:pt>
                <c:pt idx="17">
                  <c:v>5</c:v>
                </c:pt>
                <c:pt idx="18">
                  <c:v>5</c:v>
                </c:pt>
                <c:pt idx="19">
                  <c:v>3</c:v>
                </c:pt>
                <c:pt idx="20">
                  <c:v>4</c:v>
                </c:pt>
                <c:pt idx="21">
                  <c:v>7</c:v>
                </c:pt>
                <c:pt idx="22">
                  <c:v>10</c:v>
                </c:pt>
                <c:pt idx="23">
                  <c:v>3</c:v>
                </c:pt>
                <c:pt idx="24">
                  <c:v>4</c:v>
                </c:pt>
                <c:pt idx="25">
                  <c:v>6</c:v>
                </c:pt>
                <c:pt idx="26">
                  <c:v>10</c:v>
                </c:pt>
                <c:pt idx="27">
                  <c:v>5</c:v>
                </c:pt>
                <c:pt idx="28">
                  <c:v>14</c:v>
                </c:pt>
                <c:pt idx="29">
                  <c:v>14</c:v>
                </c:pt>
                <c:pt idx="30">
                  <c:v>18</c:v>
                </c:pt>
                <c:pt idx="31">
                  <c:v>13</c:v>
                </c:pt>
                <c:pt idx="32">
                  <c:v>13</c:v>
                </c:pt>
                <c:pt idx="33">
                  <c:v>13</c:v>
                </c:pt>
                <c:pt idx="34">
                  <c:v>16</c:v>
                </c:pt>
                <c:pt idx="35">
                  <c:v>19</c:v>
                </c:pt>
                <c:pt idx="36">
                  <c:v>20</c:v>
                </c:pt>
                <c:pt idx="37">
                  <c:v>23</c:v>
                </c:pt>
                <c:pt idx="38">
                  <c:v>20</c:v>
                </c:pt>
                <c:pt idx="39">
                  <c:v>19</c:v>
                </c:pt>
                <c:pt idx="40">
                  <c:v>14</c:v>
                </c:pt>
                <c:pt idx="41">
                  <c:v>18</c:v>
                </c:pt>
                <c:pt idx="42">
                  <c:v>14</c:v>
                </c:pt>
                <c:pt idx="43">
                  <c:v>15</c:v>
                </c:pt>
                <c:pt idx="44">
                  <c:v>24</c:v>
                </c:pt>
                <c:pt idx="45">
                  <c:v>18</c:v>
                </c:pt>
                <c:pt idx="46">
                  <c:v>16</c:v>
                </c:pt>
                <c:pt idx="47">
                  <c:v>22</c:v>
                </c:pt>
                <c:pt idx="48">
                  <c:v>14</c:v>
                </c:pt>
                <c:pt idx="49">
                  <c:v>21</c:v>
                </c:pt>
                <c:pt idx="50">
                  <c:v>12</c:v>
                </c:pt>
                <c:pt idx="51">
                  <c:v>18</c:v>
                </c:pt>
                <c:pt idx="52">
                  <c:v>23</c:v>
                </c:pt>
                <c:pt idx="53">
                  <c:v>19</c:v>
                </c:pt>
                <c:pt idx="54">
                  <c:v>16</c:v>
                </c:pt>
                <c:pt idx="55">
                  <c:v>19</c:v>
                </c:pt>
                <c:pt idx="56">
                  <c:v>22</c:v>
                </c:pt>
                <c:pt idx="57">
                  <c:v>23</c:v>
                </c:pt>
                <c:pt idx="58">
                  <c:v>21</c:v>
                </c:pt>
                <c:pt idx="59">
                  <c:v>20</c:v>
                </c:pt>
                <c:pt idx="60">
                  <c:v>17</c:v>
                </c:pt>
                <c:pt idx="61">
                  <c:v>25</c:v>
                </c:pt>
                <c:pt idx="62">
                  <c:v>16</c:v>
                </c:pt>
                <c:pt idx="63">
                  <c:v>17</c:v>
                </c:pt>
                <c:pt idx="64">
                  <c:v>20</c:v>
                </c:pt>
                <c:pt idx="65">
                  <c:v>14</c:v>
                </c:pt>
                <c:pt idx="66">
                  <c:v>14</c:v>
                </c:pt>
                <c:pt idx="67">
                  <c:v>8</c:v>
                </c:pt>
                <c:pt idx="68">
                  <c:v>9</c:v>
                </c:pt>
                <c:pt idx="69">
                  <c:v>17</c:v>
                </c:pt>
                <c:pt idx="70">
                  <c:v>10</c:v>
                </c:pt>
                <c:pt idx="71">
                  <c:v>15</c:v>
                </c:pt>
                <c:pt idx="72">
                  <c:v>5</c:v>
                </c:pt>
                <c:pt idx="73">
                  <c:v>14</c:v>
                </c:pt>
                <c:pt idx="74">
                  <c:v>9</c:v>
                </c:pt>
                <c:pt idx="75">
                  <c:v>4</c:v>
                </c:pt>
                <c:pt idx="76">
                  <c:v>12</c:v>
                </c:pt>
                <c:pt idx="77">
                  <c:v>9</c:v>
                </c:pt>
                <c:pt idx="78">
                  <c:v>9</c:v>
                </c:pt>
                <c:pt idx="79">
                  <c:v>7</c:v>
                </c:pt>
                <c:pt idx="80">
                  <c:v>10</c:v>
                </c:pt>
                <c:pt idx="81">
                  <c:v>3</c:v>
                </c:pt>
                <c:pt idx="82">
                  <c:v>4</c:v>
                </c:pt>
                <c:pt idx="83">
                  <c:v>6</c:v>
                </c:pt>
                <c:pt idx="84">
                  <c:v>6</c:v>
                </c:pt>
                <c:pt idx="85">
                  <c:v>3</c:v>
                </c:pt>
                <c:pt idx="86">
                  <c:v>1</c:v>
                </c:pt>
                <c:pt idx="87">
                  <c:v>1</c:v>
                </c:pt>
                <c:pt idx="88">
                  <c:v>24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7-1D73-4F4E-95D6-D7AE02F607DC}"/>
            </c:ext>
          </c:extLst>
        </c:ser>
        <c:ser>
          <c:idx val="1"/>
          <c:order val="1"/>
          <c:tx>
            <c:strRef>
              <c:f>{"Churned"}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FF0000"/>
            </a:solidFill>
            <a:ln w="25400">
              <a:noFill/>
            </a:ln>
            <a:effectLst/>
          </c:spPr>
          <c:invertIfNegative val="0"/>
          <c:xVal>
            <c:numRef>
              <c:f>Sheet1!D2:D90</c:f>
              <c:numCache>
                <c:formatCode>General</c:formatCode>
                <c:ptCount val="89"/>
                <c:pt idx="0">
                  <c:v>0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14</c:v>
                </c:pt>
                <c:pt idx="6">
                  <c:v>16</c:v>
                </c:pt>
                <c:pt idx="7">
                  <c:v>18</c:v>
                </c:pt>
                <c:pt idx="8">
                  <c:v>20</c:v>
                </c:pt>
                <c:pt idx="9">
                  <c:v>21</c:v>
                </c:pt>
                <c:pt idx="10">
                  <c:v>22</c:v>
                </c:pt>
                <c:pt idx="11">
                  <c:v>23</c:v>
                </c:pt>
                <c:pt idx="12">
                  <c:v>24</c:v>
                </c:pt>
                <c:pt idx="13">
                  <c:v>25</c:v>
                </c:pt>
                <c:pt idx="14">
                  <c:v>26</c:v>
                </c:pt>
                <c:pt idx="15">
                  <c:v>27</c:v>
                </c:pt>
                <c:pt idx="16">
                  <c:v>28</c:v>
                </c:pt>
                <c:pt idx="17">
                  <c:v>29</c:v>
                </c:pt>
                <c:pt idx="18">
                  <c:v>30</c:v>
                </c:pt>
                <c:pt idx="19">
                  <c:v>31</c:v>
                </c:pt>
                <c:pt idx="20">
                  <c:v>32</c:v>
                </c:pt>
                <c:pt idx="21">
                  <c:v>33</c:v>
                </c:pt>
                <c:pt idx="22">
                  <c:v>34</c:v>
                </c:pt>
                <c:pt idx="23">
                  <c:v>35</c:v>
                </c:pt>
                <c:pt idx="24">
                  <c:v>36</c:v>
                </c:pt>
                <c:pt idx="25">
                  <c:v>37</c:v>
                </c:pt>
                <c:pt idx="26">
                  <c:v>38</c:v>
                </c:pt>
                <c:pt idx="27">
                  <c:v>39</c:v>
                </c:pt>
                <c:pt idx="28">
                  <c:v>40</c:v>
                </c:pt>
                <c:pt idx="29">
                  <c:v>41</c:v>
                </c:pt>
                <c:pt idx="30">
                  <c:v>42</c:v>
                </c:pt>
                <c:pt idx="31">
                  <c:v>43</c:v>
                </c:pt>
                <c:pt idx="32">
                  <c:v>44</c:v>
                </c:pt>
                <c:pt idx="33">
                  <c:v>45</c:v>
                </c:pt>
                <c:pt idx="34">
                  <c:v>46</c:v>
                </c:pt>
                <c:pt idx="35">
                  <c:v>47</c:v>
                </c:pt>
                <c:pt idx="36">
                  <c:v>48</c:v>
                </c:pt>
                <c:pt idx="37">
                  <c:v>49</c:v>
                </c:pt>
                <c:pt idx="38">
                  <c:v>50</c:v>
                </c:pt>
                <c:pt idx="39">
                  <c:v>51</c:v>
                </c:pt>
                <c:pt idx="40">
                  <c:v>52</c:v>
                </c:pt>
                <c:pt idx="41">
                  <c:v>53</c:v>
                </c:pt>
                <c:pt idx="42">
                  <c:v>54</c:v>
                </c:pt>
                <c:pt idx="43">
                  <c:v>55</c:v>
                </c:pt>
                <c:pt idx="44">
                  <c:v>56</c:v>
                </c:pt>
                <c:pt idx="45">
                  <c:v>57</c:v>
                </c:pt>
                <c:pt idx="46">
                  <c:v>58</c:v>
                </c:pt>
                <c:pt idx="47">
                  <c:v>59</c:v>
                </c:pt>
                <c:pt idx="48">
                  <c:v>60</c:v>
                </c:pt>
                <c:pt idx="49">
                  <c:v>61</c:v>
                </c:pt>
                <c:pt idx="50">
                  <c:v>62</c:v>
                </c:pt>
                <c:pt idx="51">
                  <c:v>63</c:v>
                </c:pt>
                <c:pt idx="52">
                  <c:v>64</c:v>
                </c:pt>
                <c:pt idx="53">
                  <c:v>65</c:v>
                </c:pt>
                <c:pt idx="54">
                  <c:v>66</c:v>
                </c:pt>
                <c:pt idx="55">
                  <c:v>67</c:v>
                </c:pt>
                <c:pt idx="56">
                  <c:v>68</c:v>
                </c:pt>
                <c:pt idx="57">
                  <c:v>69</c:v>
                </c:pt>
                <c:pt idx="58">
                  <c:v>70</c:v>
                </c:pt>
                <c:pt idx="59">
                  <c:v>71</c:v>
                </c:pt>
                <c:pt idx="60">
                  <c:v>72</c:v>
                </c:pt>
                <c:pt idx="61">
                  <c:v>73</c:v>
                </c:pt>
                <c:pt idx="62">
                  <c:v>74</c:v>
                </c:pt>
                <c:pt idx="63">
                  <c:v>75</c:v>
                </c:pt>
                <c:pt idx="64">
                  <c:v>76</c:v>
                </c:pt>
                <c:pt idx="65">
                  <c:v>77</c:v>
                </c:pt>
                <c:pt idx="66">
                  <c:v>78</c:v>
                </c:pt>
                <c:pt idx="67">
                  <c:v>79</c:v>
                </c:pt>
                <c:pt idx="68">
                  <c:v>80</c:v>
                </c:pt>
                <c:pt idx="69">
                  <c:v>81</c:v>
                </c:pt>
                <c:pt idx="70">
                  <c:v>83</c:v>
                </c:pt>
                <c:pt idx="71">
                  <c:v>84</c:v>
                </c:pt>
                <c:pt idx="72">
                  <c:v>86</c:v>
                </c:pt>
                <c:pt idx="73">
                  <c:v>90</c:v>
                </c:pt>
                <c:pt idx="74">
                  <c:v>91</c:v>
                </c:pt>
                <c:pt idx="75">
                  <c:v>92</c:v>
                </c:pt>
                <c:pt idx="76">
                  <c:v>93</c:v>
                </c:pt>
                <c:pt idx="77">
                  <c:v>95</c:v>
                </c:pt>
                <c:pt idx="78">
                  <c:v>99</c:v>
                </c:pt>
                <c:pt idx="79">
                  <c:v>100</c:v>
                </c:pt>
              </c:numCache>
            </c:numRef>
          </c:xVal>
          <c:yVal>
            <c:numRef>
              <c:f>Sheet1!E2:E90</c:f>
              <c:numCache>
                <c:formatCode>General</c:formatCode>
                <c:ptCount val="8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3</c:v>
                </c:pt>
                <c:pt idx="5">
                  <c:v>7</c:v>
                </c:pt>
                <c:pt idx="6">
                  <c:v>3</c:v>
                </c:pt>
                <c:pt idx="7">
                  <c:v>9</c:v>
                </c:pt>
                <c:pt idx="8">
                  <c:v>12</c:v>
                </c:pt>
                <c:pt idx="9">
                  <c:v>17.5</c:v>
                </c:pt>
                <c:pt idx="10">
                  <c:v>15</c:v>
                </c:pt>
                <c:pt idx="11">
                  <c:v>9.5</c:v>
                </c:pt>
                <c:pt idx="12">
                  <c:v>9</c:v>
                </c:pt>
                <c:pt idx="13">
                  <c:v>3.5</c:v>
                </c:pt>
                <c:pt idx="14">
                  <c:v>6</c:v>
                </c:pt>
                <c:pt idx="15">
                  <c:v>5</c:v>
                </c:pt>
                <c:pt idx="16">
                  <c:v>6.33</c:v>
                </c:pt>
                <c:pt idx="17">
                  <c:v>9</c:v>
                </c:pt>
                <c:pt idx="18">
                  <c:v>11.5</c:v>
                </c:pt>
                <c:pt idx="19">
                  <c:v>3.75</c:v>
                </c:pt>
                <c:pt idx="20">
                  <c:v>10.25</c:v>
                </c:pt>
                <c:pt idx="21">
                  <c:v>5.5</c:v>
                </c:pt>
                <c:pt idx="22">
                  <c:v>13.2</c:v>
                </c:pt>
                <c:pt idx="23">
                  <c:v>4.67</c:v>
                </c:pt>
                <c:pt idx="24">
                  <c:v>5.14</c:v>
                </c:pt>
                <c:pt idx="25">
                  <c:v>6.67</c:v>
                </c:pt>
                <c:pt idx="26">
                  <c:v>9.75</c:v>
                </c:pt>
                <c:pt idx="27">
                  <c:v>9.1999999999999993</c:v>
                </c:pt>
                <c:pt idx="28">
                  <c:v>13</c:v>
                </c:pt>
                <c:pt idx="29">
                  <c:v>13.5</c:v>
                </c:pt>
                <c:pt idx="30">
                  <c:v>8.25</c:v>
                </c:pt>
                <c:pt idx="31">
                  <c:v>4</c:v>
                </c:pt>
                <c:pt idx="32">
                  <c:v>8.5</c:v>
                </c:pt>
                <c:pt idx="33">
                  <c:v>4</c:v>
                </c:pt>
                <c:pt idx="34">
                  <c:v>7</c:v>
                </c:pt>
                <c:pt idx="35">
                  <c:v>5.2</c:v>
                </c:pt>
                <c:pt idx="36">
                  <c:v>3</c:v>
                </c:pt>
                <c:pt idx="37">
                  <c:v>9</c:v>
                </c:pt>
                <c:pt idx="38">
                  <c:v>4.67</c:v>
                </c:pt>
                <c:pt idx="39">
                  <c:v>16</c:v>
                </c:pt>
                <c:pt idx="40">
                  <c:v>16</c:v>
                </c:pt>
                <c:pt idx="41">
                  <c:v>4.4000000000000004</c:v>
                </c:pt>
                <c:pt idx="42">
                  <c:v>4</c:v>
                </c:pt>
                <c:pt idx="43">
                  <c:v>10.6</c:v>
                </c:pt>
                <c:pt idx="44">
                  <c:v>5</c:v>
                </c:pt>
                <c:pt idx="45">
                  <c:v>7.67</c:v>
                </c:pt>
                <c:pt idx="46">
                  <c:v>4.5</c:v>
                </c:pt>
                <c:pt idx="47">
                  <c:v>10.5</c:v>
                </c:pt>
                <c:pt idx="48">
                  <c:v>6.67</c:v>
                </c:pt>
                <c:pt idx="49">
                  <c:v>5.17</c:v>
                </c:pt>
                <c:pt idx="50">
                  <c:v>4.33</c:v>
                </c:pt>
                <c:pt idx="51">
                  <c:v>3.33</c:v>
                </c:pt>
                <c:pt idx="52">
                  <c:v>8</c:v>
                </c:pt>
                <c:pt idx="53">
                  <c:v>4</c:v>
                </c:pt>
                <c:pt idx="54">
                  <c:v>3.67</c:v>
                </c:pt>
                <c:pt idx="55">
                  <c:v>7.5</c:v>
                </c:pt>
                <c:pt idx="56">
                  <c:v>14</c:v>
                </c:pt>
                <c:pt idx="57">
                  <c:v>15.5</c:v>
                </c:pt>
                <c:pt idx="58">
                  <c:v>12</c:v>
                </c:pt>
                <c:pt idx="59">
                  <c:v>3</c:v>
                </c:pt>
                <c:pt idx="60">
                  <c:v>3</c:v>
                </c:pt>
                <c:pt idx="61">
                  <c:v>5</c:v>
                </c:pt>
                <c:pt idx="62">
                  <c:v>4.5</c:v>
                </c:pt>
                <c:pt idx="63">
                  <c:v>12</c:v>
                </c:pt>
                <c:pt idx="64">
                  <c:v>9.5</c:v>
                </c:pt>
                <c:pt idx="65">
                  <c:v>5</c:v>
                </c:pt>
                <c:pt idx="66">
                  <c:v>3.4</c:v>
                </c:pt>
                <c:pt idx="67">
                  <c:v>1</c:v>
                </c:pt>
                <c:pt idx="68">
                  <c:v>6.8</c:v>
                </c:pt>
                <c:pt idx="69">
                  <c:v>1</c:v>
                </c:pt>
                <c:pt idx="70">
                  <c:v>4</c:v>
                </c:pt>
                <c:pt idx="71">
                  <c:v>10</c:v>
                </c:pt>
                <c:pt idx="72">
                  <c:v>6.4</c:v>
                </c:pt>
                <c:pt idx="73">
                  <c:v>11</c:v>
                </c:pt>
                <c:pt idx="74">
                  <c:v>1</c:v>
                </c:pt>
                <c:pt idx="75">
                  <c:v>10.67</c:v>
                </c:pt>
                <c:pt idx="76">
                  <c:v>11</c:v>
                </c:pt>
                <c:pt idx="77">
                  <c:v>2</c:v>
                </c:pt>
                <c:pt idx="78">
                  <c:v>1</c:v>
                </c:pt>
                <c:pt idx="79">
                  <c:v>3.67</c:v>
                </c:pt>
              </c:numCache>
            </c:numRef>
          </c:yVal>
          <c:bubbleSize>
            <c:numRef>
              <c:f>Sheet1!F2:F90</c:f>
              <c:numCache>
                <c:formatCode>General</c:formatCode>
                <c:ptCount val="8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2</c:v>
                </c:pt>
                <c:pt idx="19">
                  <c:v>4</c:v>
                </c:pt>
                <c:pt idx="20">
                  <c:v>4</c:v>
                </c:pt>
                <c:pt idx="21">
                  <c:v>2</c:v>
                </c:pt>
                <c:pt idx="22">
                  <c:v>5</c:v>
                </c:pt>
                <c:pt idx="23">
                  <c:v>3</c:v>
                </c:pt>
                <c:pt idx="24">
                  <c:v>7</c:v>
                </c:pt>
                <c:pt idx="25">
                  <c:v>9</c:v>
                </c:pt>
                <c:pt idx="26">
                  <c:v>8</c:v>
                </c:pt>
                <c:pt idx="27">
                  <c:v>5</c:v>
                </c:pt>
                <c:pt idx="28">
                  <c:v>1</c:v>
                </c:pt>
                <c:pt idx="29">
                  <c:v>2</c:v>
                </c:pt>
                <c:pt idx="30">
                  <c:v>4</c:v>
                </c:pt>
                <c:pt idx="31">
                  <c:v>1</c:v>
                </c:pt>
                <c:pt idx="32">
                  <c:v>2</c:v>
                </c:pt>
                <c:pt idx="33">
                  <c:v>1</c:v>
                </c:pt>
                <c:pt idx="34">
                  <c:v>1</c:v>
                </c:pt>
                <c:pt idx="35">
                  <c:v>5</c:v>
                </c:pt>
                <c:pt idx="36">
                  <c:v>2</c:v>
                </c:pt>
                <c:pt idx="37">
                  <c:v>3</c:v>
                </c:pt>
                <c:pt idx="38">
                  <c:v>3</c:v>
                </c:pt>
                <c:pt idx="39">
                  <c:v>1</c:v>
                </c:pt>
                <c:pt idx="40">
                  <c:v>1</c:v>
                </c:pt>
                <c:pt idx="41">
                  <c:v>5</c:v>
                </c:pt>
                <c:pt idx="42">
                  <c:v>1</c:v>
                </c:pt>
                <c:pt idx="43">
                  <c:v>5</c:v>
                </c:pt>
                <c:pt idx="44">
                  <c:v>4</c:v>
                </c:pt>
                <c:pt idx="45">
                  <c:v>3</c:v>
                </c:pt>
                <c:pt idx="46">
                  <c:v>2</c:v>
                </c:pt>
                <c:pt idx="47">
                  <c:v>2</c:v>
                </c:pt>
                <c:pt idx="48">
                  <c:v>3</c:v>
                </c:pt>
                <c:pt idx="49">
                  <c:v>6</c:v>
                </c:pt>
                <c:pt idx="50">
                  <c:v>3</c:v>
                </c:pt>
                <c:pt idx="51">
                  <c:v>3</c:v>
                </c:pt>
                <c:pt idx="52">
                  <c:v>1</c:v>
                </c:pt>
                <c:pt idx="53">
                  <c:v>6</c:v>
                </c:pt>
                <c:pt idx="54">
                  <c:v>3</c:v>
                </c:pt>
                <c:pt idx="55">
                  <c:v>2</c:v>
                </c:pt>
                <c:pt idx="56">
                  <c:v>1</c:v>
                </c:pt>
                <c:pt idx="57">
                  <c:v>2</c:v>
                </c:pt>
                <c:pt idx="58">
                  <c:v>4</c:v>
                </c:pt>
                <c:pt idx="59">
                  <c:v>2</c:v>
                </c:pt>
                <c:pt idx="60">
                  <c:v>1</c:v>
                </c:pt>
                <c:pt idx="61">
                  <c:v>1</c:v>
                </c:pt>
                <c:pt idx="62">
                  <c:v>2</c:v>
                </c:pt>
                <c:pt idx="63">
                  <c:v>4</c:v>
                </c:pt>
                <c:pt idx="64">
                  <c:v>2</c:v>
                </c:pt>
                <c:pt idx="65">
                  <c:v>3</c:v>
                </c:pt>
                <c:pt idx="66">
                  <c:v>5</c:v>
                </c:pt>
                <c:pt idx="67">
                  <c:v>1</c:v>
                </c:pt>
                <c:pt idx="68">
                  <c:v>5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5</c:v>
                </c:pt>
                <c:pt idx="73">
                  <c:v>1</c:v>
                </c:pt>
                <c:pt idx="74">
                  <c:v>1</c:v>
                </c:pt>
                <c:pt idx="75">
                  <c:v>3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9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9-1D73-4F4E-95D6-D7AE02F60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40"/>
        <c:showNegBubbles val="0"/>
        <c:axId val="1413687712"/>
        <c:axId val="1413689152"/>
      </c:bubbleChart>
      <c:valAx>
        <c:axId val="1413687712"/>
        <c:scaling>
          <c:orientation val="minMax"/>
          <c:max val="105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Engagement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3689152"/>
        <c:crosses val="autoZero"/>
        <c:crossBetween val="midCat"/>
      </c:valAx>
      <c:valAx>
        <c:axId val="1413689152"/>
        <c:scaling>
          <c:orientation val="minMax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Subscription 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36877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6040346059683713"/>
          <c:y val="5.3554011912356959E-2"/>
          <c:w val="0.24431896380599483"/>
          <c:h val="8.595464387780986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0-20</c:v>
                </c:pt>
                <c:pt idx="1">
                  <c:v>21-40</c:v>
                </c:pt>
                <c:pt idx="2">
                  <c:v>41-60</c:v>
                </c:pt>
                <c:pt idx="3">
                  <c:v>61-80</c:v>
                </c:pt>
                <c:pt idx="4">
                  <c:v>80+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70</c:v>
                </c:pt>
                <c:pt idx="2">
                  <c:v>50</c:v>
                </c:pt>
                <c:pt idx="3">
                  <c:v>53</c:v>
                </c:pt>
                <c:pt idx="4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95-4B7A-9088-9B3A421A3B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5"/>
        <c:overlap val="-27"/>
        <c:axId val="684660175"/>
        <c:axId val="684660655"/>
      </c:barChart>
      <c:catAx>
        <c:axId val="6846601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Engagement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4660655"/>
        <c:crosses val="autoZero"/>
        <c:auto val="1"/>
        <c:lblAlgn val="ctr"/>
        <c:lblOffset val="100"/>
        <c:noMultiLvlLbl val="0"/>
      </c:catAx>
      <c:valAx>
        <c:axId val="684660655"/>
        <c:scaling>
          <c:orientation val="minMax"/>
          <c:max val="8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Churned Customers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46601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0–3 Months</c:v>
                </c:pt>
                <c:pt idx="1">
                  <c:v>4–6 Months</c:v>
                </c:pt>
                <c:pt idx="2">
                  <c:v>7–12 Months</c:v>
                </c:pt>
                <c:pt idx="3">
                  <c:v>13–24 Months</c:v>
                </c:pt>
                <c:pt idx="4">
                  <c:v>25+ Months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</c:v>
                </c:pt>
                <c:pt idx="1">
                  <c:v>42</c:v>
                </c:pt>
                <c:pt idx="2">
                  <c:v>49</c:v>
                </c:pt>
                <c:pt idx="3">
                  <c:v>49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13-4703-B366-BC70F6672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1276495"/>
        <c:axId val="881280815"/>
      </c:barChart>
      <c:catAx>
        <c:axId val="8812764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Subscription 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1280815"/>
        <c:crosses val="autoZero"/>
        <c:auto val="1"/>
        <c:lblAlgn val="ctr"/>
        <c:lblOffset val="100"/>
        <c:noMultiLvlLbl val="0"/>
      </c:catAx>
      <c:valAx>
        <c:axId val="881280815"/>
        <c:scaling>
          <c:orientation val="minMax"/>
          <c:max val="7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Churned Customers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1276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CLV</c:v>
                </c:pt>
              </c:strCache>
            </c:strRef>
          </c:tx>
          <c:spPr>
            <a:solidFill>
              <a:srgbClr val="0070C0"/>
            </a:solidFill>
          </c:spPr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D0-4293-86B7-EAFE6A6BFA5E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FD0-4293-86B7-EAFE6A6BFA5E}"/>
              </c:ext>
            </c:extLst>
          </c:dPt>
          <c:dLbls>
            <c:dLbl>
              <c:idx val="0"/>
              <c:layout>
                <c:manualLayout>
                  <c:x val="0.20327669902912621"/>
                  <c:y val="5.1813471502590566E-2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FD0-4293-86B7-EAFE6A6BFA5E}"/>
                </c:ext>
              </c:extLst>
            </c:dLbl>
            <c:dLbl>
              <c:idx val="1"/>
              <c:layout>
                <c:manualLayout>
                  <c:x val="-0.20934466019417475"/>
                  <c:y val="1.7271157167530225E-2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FD0-4293-86B7-EAFE6A6BFA5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[&gt;=1000]\₹#,##0.00,"K";0.00</c:formatCode>
                <c:ptCount val="2"/>
                <c:pt idx="0">
                  <c:v>14016.96</c:v>
                </c:pt>
                <c:pt idx="1">
                  <c:v>5846.14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00-4EAA-BE5A-79D59BE533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70C0"/>
            </a:solidFill>
          </c:spPr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FD0-4293-86B7-EAFE6A6BFA5E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FD0-4293-86B7-EAFE6A6BFA5E}"/>
              </c:ext>
            </c:extLst>
          </c:dPt>
          <c:dLbls>
            <c:dLbl>
              <c:idx val="0"/>
              <c:layout>
                <c:manualLayout>
                  <c:x val="0.27305825242718446"/>
                  <c:y val="0.12089810017271158"/>
                </c:manualLayout>
              </c:layout>
              <c:showLegendKey val="0"/>
              <c:showVal val="1"/>
              <c:showCatName val="0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FD0-4293-86B7-EAFE6A6BFA5E}"/>
                </c:ext>
              </c:extLst>
            </c:dLbl>
            <c:dLbl>
              <c:idx val="1"/>
              <c:layout>
                <c:manualLayout>
                  <c:x val="-0.24575242718446602"/>
                  <c:y val="-2.158894645941278E-2"/>
                </c:manualLayout>
              </c:layout>
              <c:showLegendKey val="0"/>
              <c:showVal val="1"/>
              <c:showCatName val="0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FD0-4293-86B7-EAFE6A6BFA5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Sheet1!$C$2:$C$3</c:f>
              <c:numCache>
                <c:formatCode>[&gt;=1000000]\₹#,##0.00,,"M";#,##0.00</c:formatCode>
                <c:ptCount val="2"/>
                <c:pt idx="0">
                  <c:v>13792685</c:v>
                </c:pt>
                <c:pt idx="1">
                  <c:v>1217042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74B-42E2-8A3A-3567DCAB75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FBE2D5"/>
            </a:solidFill>
            <a:ln w="28575">
              <a:solidFill>
                <a:srgbClr val="FF0000"/>
              </a:solidFill>
              <a:prstDash val="solid"/>
            </a:ln>
            <a:effectLst/>
          </c:spPr>
          <c:dLbls>
            <c:dLbl>
              <c:idx val="0"/>
              <c:layout>
                <c:manualLayout>
                  <c:x val="-8.5373720436156188E-4"/>
                  <c:y val="-0.2153649445007937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D3-471C-ADA2-235F3BDF0350}"/>
                </c:ext>
              </c:extLst>
            </c:dLbl>
            <c:dLbl>
              <c:idx val="1"/>
              <c:layout>
                <c:manualLayout>
                  <c:x val="5.2172226457416717E-18"/>
                  <c:y val="-9.7065890479230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5D3-471C-ADA2-235F3BDF0350}"/>
                </c:ext>
              </c:extLst>
            </c:dLbl>
            <c:dLbl>
              <c:idx val="2"/>
              <c:layout>
                <c:manualLayout>
                  <c:x val="0"/>
                  <c:y val="-0.2972642895926448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D3-471C-ADA2-235F3BDF0350}"/>
                </c:ext>
              </c:extLst>
            </c:dLbl>
            <c:dLbl>
              <c:idx val="3"/>
              <c:layout>
                <c:manualLayout>
                  <c:x val="1.5367269678508114E-2"/>
                  <c:y val="-0.1941317809584619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D3-471C-ADA2-235F3BDF0350}"/>
                </c:ext>
              </c:extLst>
            </c:dLbl>
            <c:dLbl>
              <c:idx val="4"/>
              <c:layout>
                <c:manualLayout>
                  <c:x val="-2.0868890582966687E-17"/>
                  <c:y val="-6.06661815495193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5D3-471C-ADA2-235F3BDF0350}"/>
                </c:ext>
              </c:extLst>
            </c:dLbl>
            <c:dLbl>
              <c:idx val="5"/>
              <c:layout>
                <c:manualLayout>
                  <c:x val="-1.7074744087231446E-3"/>
                  <c:y val="-0.2790644351277891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5D3-471C-ADA2-235F3BDF0350}"/>
                </c:ext>
              </c:extLst>
            </c:dLbl>
            <c:dLbl>
              <c:idx val="6"/>
              <c:layout>
                <c:manualLayout>
                  <c:x val="1.0244846452338743E-2"/>
                  <c:y val="-0.2183982535782697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5D3-471C-ADA2-235F3BDF0350}"/>
                </c:ext>
              </c:extLst>
            </c:dLbl>
            <c:dLbl>
              <c:idx val="7"/>
              <c:layout>
                <c:manualLayout>
                  <c:x val="-4.1737781165933374E-17"/>
                  <c:y val="-6.67327997044713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5D3-471C-ADA2-235F3BDF0350}"/>
                </c:ext>
              </c:extLst>
            </c:dLbl>
            <c:dLbl>
              <c:idx val="8"/>
              <c:layout>
                <c:manualLayout>
                  <c:x val="-2.5612116130846858E-3"/>
                  <c:y val="-0.251764653430505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5D3-471C-ADA2-235F3BDF0350}"/>
                </c:ext>
              </c:extLst>
            </c:dLbl>
            <c:dLbl>
              <c:idx val="9"/>
              <c:layout>
                <c:manualLayout>
                  <c:x val="-8.5373720436156188E-4"/>
                  <c:y val="-0.133465599408942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5D3-471C-ADA2-235F3BDF0350}"/>
                </c:ext>
              </c:extLst>
            </c:dLbl>
            <c:dLbl>
              <c:idx val="10"/>
              <c:layout>
                <c:manualLayout>
                  <c:x val="0"/>
                  <c:y val="-0.2638978897404092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5D3-471C-ADA2-235F3BDF0350}"/>
                </c:ext>
              </c:extLst>
            </c:dLbl>
            <c:dLbl>
              <c:idx val="11"/>
              <c:layout>
                <c:manualLayout>
                  <c:x val="-2.5612116130847274E-3"/>
                  <c:y val="-6.97661087819473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5D3-471C-ADA2-235F3BDF0350}"/>
                </c:ext>
              </c:extLst>
            </c:dLbl>
            <c:dLbl>
              <c:idx val="12"/>
              <c:layout>
                <c:manualLayout>
                  <c:x val="0"/>
                  <c:y val="-0.251764653430505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5D3-471C-ADA2-235F3BDF0350}"/>
                </c:ext>
              </c:extLst>
            </c:dLbl>
            <c:dLbl>
              <c:idx val="13"/>
              <c:layout>
                <c:manualLayout>
                  <c:x val="1.7074744087231654E-3"/>
                  <c:y val="-6.67327997044714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5D3-471C-ADA2-235F3BDF0350}"/>
                </c:ext>
              </c:extLst>
            </c:dLbl>
            <c:dLbl>
              <c:idx val="14"/>
              <c:layout>
                <c:manualLayout>
                  <c:x val="-8.5373720436156188E-4"/>
                  <c:y val="-0.2851310532827409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5D3-471C-ADA2-235F3BDF0350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5D3-471C-ADA2-235F3BDF0350}"/>
                </c:ext>
              </c:extLst>
            </c:dLbl>
            <c:dLbl>
              <c:idx val="16"/>
              <c:layout>
                <c:manualLayout>
                  <c:x val="8.5373720436156188E-4"/>
                  <c:y val="-5.45995633945674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5D3-471C-ADA2-235F3BDF0350}"/>
                </c:ext>
              </c:extLst>
            </c:dLbl>
            <c:dLbl>
              <c:idx val="17"/>
              <c:layout>
                <c:manualLayout>
                  <c:x val="-1.7074744087231238E-3"/>
                  <c:y val="-0.2487313443530294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5D3-471C-ADA2-235F3BDF0350}"/>
                </c:ext>
              </c:extLst>
            </c:dLbl>
            <c:dLbl>
              <c:idx val="18"/>
              <c:layout>
                <c:manualLayout>
                  <c:x val="1.1098583656700221E-2"/>
                  <c:y val="-0.1941317809584619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5D3-471C-ADA2-235F3BDF0350}"/>
                </c:ext>
              </c:extLst>
            </c:dLbl>
            <c:dLbl>
              <c:idx val="19"/>
              <c:layout>
                <c:manualLayout>
                  <c:x val="8.5373720436156188E-4"/>
                  <c:y val="-3.63997089297116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5D3-471C-ADA2-235F3BDF0350}"/>
                </c:ext>
              </c:extLst>
            </c:dLbl>
            <c:dLbl>
              <c:idx val="20"/>
              <c:layout>
                <c:manualLayout>
                  <c:x val="0"/>
                  <c:y val="-0.1728986174161302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5D3-471C-ADA2-235F3BDF0350}"/>
                </c:ext>
              </c:extLst>
            </c:dLbl>
            <c:dLbl>
              <c:idx val="21"/>
              <c:layout>
                <c:manualLayout>
                  <c:x val="-1.7074744087232072E-3"/>
                  <c:y val="-5.76328724720433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5D3-471C-ADA2-235F3BDF0350}"/>
                </c:ext>
              </c:extLst>
            </c:dLbl>
            <c:dLbl>
              <c:idx val="22"/>
              <c:layout>
                <c:manualLayout>
                  <c:x val="3.4149488174462475E-3"/>
                  <c:y val="-0.1000991995567069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5D3-471C-ADA2-235F3BDF0350}"/>
                </c:ext>
              </c:extLst>
            </c:dLbl>
            <c:dLbl>
              <c:idx val="23"/>
              <c:layout>
                <c:manualLayout>
                  <c:x val="-3.4149488174462475E-3"/>
                  <c:y val="-0.2183982535782697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5D3-471C-ADA2-235F3BDF0350}"/>
                </c:ext>
              </c:extLst>
            </c:dLbl>
            <c:dLbl>
              <c:idx val="24"/>
              <c:layout>
                <c:manualLayout>
                  <c:x val="3.4149488174462475E-3"/>
                  <c:y val="-0.1455988357188466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35D3-471C-ADA2-235F3BDF0350}"/>
                </c:ext>
              </c:extLst>
            </c:dLbl>
            <c:dLbl>
              <c:idx val="25"/>
              <c:layout>
                <c:manualLayout>
                  <c:x val="5.1224232261693715E-3"/>
                  <c:y val="-0.12436567217651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5D3-471C-ADA2-235F3BDF0350}"/>
                </c:ext>
              </c:extLst>
            </c:dLbl>
            <c:dLbl>
              <c:idx val="26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rgbClr val="3C7D2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Lowest: 4.2%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3C7D2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5D3-471C-ADA2-235F3BDF0350}"/>
                </c:ext>
              </c:extLst>
            </c:dLbl>
            <c:dLbl>
              <c:idx val="27"/>
              <c:layout>
                <c:manualLayout>
                  <c:x val="-1.2806058065423427E-2"/>
                  <c:y val="-0.157732072028750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5D3-471C-ADA2-235F3BDF0350}"/>
                </c:ext>
              </c:extLst>
            </c:dLbl>
            <c:dLbl>
              <c:idx val="28"/>
              <c:layout>
                <c:manualLayout>
                  <c:x val="-4.2686860218078097E-3"/>
                  <c:y val="-8.49326541693271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35D3-471C-ADA2-235F3BDF0350}"/>
                </c:ext>
              </c:extLst>
            </c:dLbl>
            <c:dLbl>
              <c:idx val="29"/>
              <c:layout>
                <c:manualLayout>
                  <c:x val="-8.5373720436172885E-4"/>
                  <c:y val="-0.1031325086341829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5D3-471C-ADA2-235F3BDF0350}"/>
                </c:ext>
              </c:extLst>
            </c:dLbl>
            <c:dLbl>
              <c:idx val="30"/>
              <c:layout>
                <c:manualLayout>
                  <c:x val="-4.268686021807809E-2"/>
                  <c:y val="-0.3366973075998325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2nd Peak: 34.2%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5D3-471C-ADA2-235F3BDF0350}"/>
                </c:ext>
              </c:extLst>
            </c:dLbl>
            <c:dLbl>
              <c:idx val="31"/>
              <c:layout>
                <c:manualLayout>
                  <c:x val="-7.6836348392540568E-3"/>
                  <c:y val="-0.191098471880985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5D3-471C-ADA2-235F3BDF0350}"/>
                </c:ext>
              </c:extLst>
            </c:dLbl>
            <c:dLbl>
              <c:idx val="32"/>
              <c:layout>
                <c:manualLayout>
                  <c:x val="-5.1224232261693715E-3"/>
                  <c:y val="-0.40646341638177974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Highest Peak: 35.1%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5D3-471C-ADA2-235F3BDF0350}"/>
                </c:ext>
              </c:extLst>
            </c:dLbl>
            <c:dLbl>
              <c:idx val="33"/>
              <c:layout>
                <c:manualLayout>
                  <c:x val="1.19523208610617E-2"/>
                  <c:y val="-0.3457972348322603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35D3-471C-ADA2-235F3BDF0350}"/>
                </c:ext>
              </c:extLst>
            </c:dLbl>
            <c:dLbl>
              <c:idx val="34"/>
              <c:layout>
                <c:manualLayout>
                  <c:x val="8.5373720436156195E-3"/>
                  <c:y val="-0.2578312715854573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35D3-471C-ADA2-235F3BDF0350}"/>
                </c:ext>
              </c:extLst>
            </c:dLbl>
            <c:dLbl>
              <c:idx val="35"/>
              <c:layout>
                <c:manualLayout>
                  <c:x val="-1.9635955700315923E-2"/>
                  <c:y val="-3.33663998522358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35D3-471C-ADA2-235F3BDF0350}"/>
                </c:ext>
              </c:extLst>
            </c:dLbl>
            <c:dLbl>
              <c:idx val="36"/>
              <c:layout>
                <c:manualLayout>
                  <c:x val="-4.5248071831162945E-2"/>
                  <c:y val="-0.1213323630990387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393939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Average: 17.4%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39393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5D3-471C-ADA2-235F3BDF03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Sheet1!$A$2:$A$38</c:f>
              <c:numCache>
                <c:formatCode>mmm\-yy</c:formatCode>
                <c:ptCount val="37"/>
                <c:pt idx="0">
                  <c:v>44866</c:v>
                </c:pt>
                <c:pt idx="1">
                  <c:v>44896</c:v>
                </c:pt>
                <c:pt idx="2">
                  <c:v>44927</c:v>
                </c:pt>
                <c:pt idx="3">
                  <c:v>44958</c:v>
                </c:pt>
                <c:pt idx="4">
                  <c:v>44986</c:v>
                </c:pt>
                <c:pt idx="5">
                  <c:v>45017</c:v>
                </c:pt>
                <c:pt idx="6">
                  <c:v>45047</c:v>
                </c:pt>
                <c:pt idx="7">
                  <c:v>45078</c:v>
                </c:pt>
                <c:pt idx="8">
                  <c:v>45108</c:v>
                </c:pt>
                <c:pt idx="9">
                  <c:v>45139</c:v>
                </c:pt>
                <c:pt idx="10">
                  <c:v>45170</c:v>
                </c:pt>
                <c:pt idx="11">
                  <c:v>45200</c:v>
                </c:pt>
                <c:pt idx="12">
                  <c:v>45231</c:v>
                </c:pt>
                <c:pt idx="13">
                  <c:v>45261</c:v>
                </c:pt>
                <c:pt idx="14">
                  <c:v>45292</c:v>
                </c:pt>
                <c:pt idx="15">
                  <c:v>45323</c:v>
                </c:pt>
                <c:pt idx="16">
                  <c:v>45352</c:v>
                </c:pt>
                <c:pt idx="17">
                  <c:v>45383</c:v>
                </c:pt>
                <c:pt idx="18">
                  <c:v>45413</c:v>
                </c:pt>
                <c:pt idx="19">
                  <c:v>45444</c:v>
                </c:pt>
                <c:pt idx="20">
                  <c:v>45474</c:v>
                </c:pt>
                <c:pt idx="21">
                  <c:v>45505</c:v>
                </c:pt>
                <c:pt idx="22">
                  <c:v>45536</c:v>
                </c:pt>
                <c:pt idx="23">
                  <c:v>45566</c:v>
                </c:pt>
                <c:pt idx="24">
                  <c:v>45597</c:v>
                </c:pt>
                <c:pt idx="25">
                  <c:v>45627</c:v>
                </c:pt>
                <c:pt idx="26">
                  <c:v>45658</c:v>
                </c:pt>
                <c:pt idx="27">
                  <c:v>45689</c:v>
                </c:pt>
                <c:pt idx="28">
                  <c:v>45717</c:v>
                </c:pt>
                <c:pt idx="29">
                  <c:v>45748</c:v>
                </c:pt>
                <c:pt idx="30">
                  <c:v>45778</c:v>
                </c:pt>
                <c:pt idx="31">
                  <c:v>45809</c:v>
                </c:pt>
                <c:pt idx="32">
                  <c:v>45839</c:v>
                </c:pt>
                <c:pt idx="33">
                  <c:v>45870</c:v>
                </c:pt>
                <c:pt idx="34">
                  <c:v>45901</c:v>
                </c:pt>
                <c:pt idx="35">
                  <c:v>45931</c:v>
                </c:pt>
                <c:pt idx="36">
                  <c:v>45955</c:v>
                </c:pt>
              </c:numCache>
            </c:numRef>
          </c:cat>
          <c:val>
            <c:numRef>
              <c:f>Sheet1!$B$2:$B$38</c:f>
              <c:numCache>
                <c:formatCode>0.0%</c:formatCode>
                <c:ptCount val="37"/>
                <c:pt idx="0">
                  <c:v>0.17199999999999999</c:v>
                </c:pt>
                <c:pt idx="1">
                  <c:v>0.14300000000000002</c:v>
                </c:pt>
                <c:pt idx="2">
                  <c:v>0.25</c:v>
                </c:pt>
                <c:pt idx="3">
                  <c:v>0.17600000000000002</c:v>
                </c:pt>
                <c:pt idx="4">
                  <c:v>0.1</c:v>
                </c:pt>
                <c:pt idx="5">
                  <c:v>0.23499999999999999</c:v>
                </c:pt>
                <c:pt idx="6">
                  <c:v>0.2</c:v>
                </c:pt>
                <c:pt idx="7">
                  <c:v>0.10300000000000001</c:v>
                </c:pt>
                <c:pt idx="8">
                  <c:v>0.21299999999999999</c:v>
                </c:pt>
                <c:pt idx="9">
                  <c:v>0.17100000000000001</c:v>
                </c:pt>
                <c:pt idx="10">
                  <c:v>0.22899999999999998</c:v>
                </c:pt>
                <c:pt idx="11">
                  <c:v>0.11800000000000001</c:v>
                </c:pt>
                <c:pt idx="12">
                  <c:v>0.21899999999999997</c:v>
                </c:pt>
                <c:pt idx="13">
                  <c:v>0.11599999999999999</c:v>
                </c:pt>
                <c:pt idx="14">
                  <c:v>0.25</c:v>
                </c:pt>
                <c:pt idx="15">
                  <c:v>0.14300000000000002</c:v>
                </c:pt>
                <c:pt idx="16">
                  <c:v>0.1</c:v>
                </c:pt>
                <c:pt idx="17">
                  <c:v>0.214</c:v>
                </c:pt>
                <c:pt idx="18">
                  <c:v>0.17600000000000002</c:v>
                </c:pt>
                <c:pt idx="19">
                  <c:v>8.1000000000000003E-2</c:v>
                </c:pt>
                <c:pt idx="20">
                  <c:v>0.14800000000000002</c:v>
                </c:pt>
                <c:pt idx="21">
                  <c:v>0.10800000000000001</c:v>
                </c:pt>
                <c:pt idx="22">
                  <c:v>0.13600000000000001</c:v>
                </c:pt>
                <c:pt idx="23">
                  <c:v>0.182</c:v>
                </c:pt>
                <c:pt idx="24">
                  <c:v>6.9000000000000006E-2</c:v>
                </c:pt>
                <c:pt idx="25">
                  <c:v>6.9000000000000006E-2</c:v>
                </c:pt>
                <c:pt idx="26">
                  <c:v>4.2000000000000003E-2</c:v>
                </c:pt>
                <c:pt idx="27">
                  <c:v>0.129</c:v>
                </c:pt>
                <c:pt idx="28">
                  <c:v>0.158</c:v>
                </c:pt>
                <c:pt idx="29">
                  <c:v>0.154</c:v>
                </c:pt>
                <c:pt idx="30">
                  <c:v>0.34200000000000003</c:v>
                </c:pt>
                <c:pt idx="31">
                  <c:v>0.24</c:v>
                </c:pt>
                <c:pt idx="32">
                  <c:v>0.35100000000000003</c:v>
                </c:pt>
                <c:pt idx="33">
                  <c:v>0.28999999999999998</c:v>
                </c:pt>
                <c:pt idx="34">
                  <c:v>0.2</c:v>
                </c:pt>
                <c:pt idx="35">
                  <c:v>8.6999999999999994E-2</c:v>
                </c:pt>
                <c:pt idx="36">
                  <c:v>0.17399999999999999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D8-4E0A-8F8A-764BC2D760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96487984"/>
        <c:axId val="296486544"/>
      </c:areaChart>
      <c:dateAx>
        <c:axId val="2964879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6486544"/>
        <c:crosses val="autoZero"/>
        <c:auto val="1"/>
        <c:lblOffset val="100"/>
        <c:baseTimeUnit val="months"/>
        <c:majorUnit val="1"/>
        <c:minorUnit val="15"/>
      </c:dateAx>
      <c:valAx>
        <c:axId val="296486544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2964879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EAB8FE-10D6-4BAB-9B96-F947DF73B8F6}" type="doc">
      <dgm:prSet loTypeId="urn:microsoft.com/office/officeart/2005/8/layout/hProcess4" loCatId="process" qsTypeId="urn:microsoft.com/office/officeart/2005/8/quickstyle/simple2#2" qsCatId="simple" csTypeId="urn:microsoft.com/office/officeart/2005/8/colors/colorful5#2" csCatId="colorful" phldr="1"/>
      <dgm:spPr/>
      <dgm:t>
        <a:bodyPr/>
        <a:lstStyle/>
        <a:p>
          <a:endParaRPr lang="en-US"/>
        </a:p>
      </dgm:t>
    </dgm:pt>
    <dgm:pt modelId="{92B99AE3-5855-4EC9-96C3-BC4643FC440C}">
      <dgm:prSet phldrT="[Text]" phldr="0"/>
      <dgm:spPr/>
      <dgm:t>
        <a:bodyPr/>
        <a:lstStyle/>
        <a:p>
          <a:pPr rtl="0"/>
          <a:r>
            <a:rPr lang="en-US">
              <a:latin typeface="Arial"/>
            </a:rPr>
            <a:t>Key Insight</a:t>
          </a:r>
          <a:endParaRPr lang="en-US"/>
        </a:p>
      </dgm:t>
    </dgm:pt>
    <dgm:pt modelId="{B1E75E16-94BC-4030-9F28-F23FBE28CF10}" type="parTrans" cxnId="{4817F103-EB34-4357-B58F-EE6FC1BB40C4}">
      <dgm:prSet/>
      <dgm:spPr/>
      <dgm:t>
        <a:bodyPr/>
        <a:lstStyle/>
        <a:p>
          <a:endParaRPr lang="en-US"/>
        </a:p>
      </dgm:t>
    </dgm:pt>
    <dgm:pt modelId="{ADE97B04-06BE-4448-991E-19C2DF288F05}" type="sibTrans" cxnId="{4817F103-EB34-4357-B58F-EE6FC1BB40C4}">
      <dgm:prSet/>
      <dgm:spPr/>
      <dgm:t>
        <a:bodyPr/>
        <a:lstStyle/>
        <a:p>
          <a:endParaRPr lang="en-US"/>
        </a:p>
      </dgm:t>
    </dgm:pt>
    <dgm:pt modelId="{C59F0D63-B23B-4B60-B840-DAB0473FA854}">
      <dgm:prSet phldrT="[Text]" phldr="0"/>
      <dgm:spPr/>
      <dgm:t>
        <a:bodyPr/>
        <a:lstStyle/>
        <a:p>
          <a:pPr rtl="0"/>
          <a:r>
            <a:rPr lang="en-US" sz="1800"/>
            <a:t>Business Impact</a:t>
          </a:r>
        </a:p>
      </dgm:t>
    </dgm:pt>
    <dgm:pt modelId="{183A67B8-F6D2-4655-9814-70BA45C92A8B}" type="parTrans" cxnId="{52BDF43B-C8A8-4CFA-B2CC-F19409468572}">
      <dgm:prSet/>
      <dgm:spPr/>
      <dgm:t>
        <a:bodyPr/>
        <a:lstStyle/>
        <a:p>
          <a:endParaRPr lang="en-US"/>
        </a:p>
      </dgm:t>
    </dgm:pt>
    <dgm:pt modelId="{E0E2358C-EB12-484A-A222-B1E43734A8FD}" type="sibTrans" cxnId="{52BDF43B-C8A8-4CFA-B2CC-F19409468572}">
      <dgm:prSet/>
      <dgm:spPr/>
      <dgm:t>
        <a:bodyPr/>
        <a:lstStyle/>
        <a:p>
          <a:endParaRPr lang="en-US"/>
        </a:p>
      </dgm:t>
    </dgm:pt>
    <dgm:pt modelId="{0A4A2E53-42F2-435F-BE27-5451814C3946}">
      <dgm:prSet phldrT="[Text]" phldr="0"/>
      <dgm:spPr/>
      <dgm:t>
        <a:bodyPr/>
        <a:lstStyle/>
        <a:p>
          <a:r>
            <a:rPr lang="en-US">
              <a:latin typeface="Lato"/>
              <a:ea typeface="Lato"/>
              <a:cs typeface="Lato"/>
            </a:rPr>
            <a:t>Retention efforts should prioritize monthly subscribers and high-churn locations to maximize churn reduction.</a:t>
          </a:r>
          <a:endParaRPr lang="en-US"/>
        </a:p>
      </dgm:t>
    </dgm:pt>
    <dgm:pt modelId="{E1ECBAC2-C3A6-47D9-8B9E-285E35D09423}" type="parTrans" cxnId="{6BC15D6E-535E-4E6E-9107-B8D42C0C525D}">
      <dgm:prSet/>
      <dgm:spPr/>
      <dgm:t>
        <a:bodyPr/>
        <a:lstStyle/>
        <a:p>
          <a:endParaRPr lang="en-US"/>
        </a:p>
      </dgm:t>
    </dgm:pt>
    <dgm:pt modelId="{BC621312-A5D3-42E6-99BE-DEB36A8EBE90}" type="sibTrans" cxnId="{6BC15D6E-535E-4E6E-9107-B8D42C0C525D}">
      <dgm:prSet/>
      <dgm:spPr/>
      <dgm:t>
        <a:bodyPr/>
        <a:lstStyle/>
        <a:p>
          <a:endParaRPr lang="en-US"/>
        </a:p>
      </dgm:t>
    </dgm:pt>
    <dgm:pt modelId="{37B96DE3-8F91-402D-8FD2-B57004BC7B52}">
      <dgm:prSet phldrT="[Text]" phldr="0"/>
      <dgm:spPr/>
      <dgm:t>
        <a:bodyPr/>
        <a:lstStyle/>
        <a:p>
          <a:pPr rtl="0"/>
          <a:r>
            <a:rPr lang="en-US" sz="1800"/>
            <a:t>Monthly plans present the highest operational risk, generating </a:t>
          </a:r>
          <a:r>
            <a:rPr lang="en-US" sz="1800" b="1"/>
            <a:t>141 out of 207</a:t>
          </a:r>
          <a:r>
            <a:rPr lang="en-US">
              <a:latin typeface="Lato"/>
              <a:ea typeface="Lato"/>
              <a:cs typeface="Lato"/>
            </a:rPr>
            <a:t> accounting for 68.1% of all cancellations i.e. </a:t>
          </a:r>
          <a:r>
            <a:rPr lang="en-US" sz="1800"/>
            <a:t>20.0% churn rate, compared to just 9.1% for Annual plans</a:t>
          </a:r>
          <a:r>
            <a:rPr lang="en-US">
              <a:latin typeface="Lato"/>
              <a:ea typeface="Lato"/>
              <a:cs typeface="Lato"/>
            </a:rPr>
            <a:t>, making them the highest-risk subscription segment. </a:t>
          </a:r>
        </a:p>
      </dgm:t>
    </dgm:pt>
    <dgm:pt modelId="{E4D4DB01-408B-4C8F-99AF-5BA6FFBE1022}" type="parTrans" cxnId="{62517F1C-E5BC-4ACA-9375-8C5FDC331B0F}">
      <dgm:prSet/>
      <dgm:spPr/>
    </dgm:pt>
    <dgm:pt modelId="{D0BB4D3C-7FE8-423E-B92B-8BE18EC4392F}" type="sibTrans" cxnId="{62517F1C-E5BC-4ACA-9375-8C5FDC331B0F}">
      <dgm:prSet/>
      <dgm:spPr/>
    </dgm:pt>
    <dgm:pt modelId="{1E73D670-7CA4-4C86-AC42-63EE632E3D34}">
      <dgm:prSet phldrT="[Text]" phldr="0"/>
      <dgm:spPr/>
      <dgm:t>
        <a:bodyPr/>
        <a:lstStyle/>
        <a:p>
          <a:r>
            <a:rPr lang="en-US">
              <a:latin typeface="Lato"/>
              <a:ea typeface="Lato"/>
              <a:cs typeface="Lato"/>
            </a:rPr>
            <a:t>Regionally, Chennai and Hyderabad recorded the highest churn volume, indicating localized retention challenges.</a:t>
          </a:r>
          <a:endParaRPr lang="en-US"/>
        </a:p>
      </dgm:t>
    </dgm:pt>
    <dgm:pt modelId="{3B3A8C43-8E1F-4358-9A58-AF536FAD7C7F}" type="parTrans" cxnId="{F0F07710-692C-40DF-BA5E-C64E3DB4EAAD}">
      <dgm:prSet/>
      <dgm:spPr/>
    </dgm:pt>
    <dgm:pt modelId="{69AC6243-B6CC-4EA7-8F4A-B4A11307AD05}" type="sibTrans" cxnId="{F0F07710-692C-40DF-BA5E-C64E3DB4EAAD}">
      <dgm:prSet/>
      <dgm:spPr/>
    </dgm:pt>
    <dgm:pt modelId="{3330C0AC-15FF-46FB-B60B-FD89407C9707}">
      <dgm:prSet phldrT="[Text]" phldr="0"/>
      <dgm:spPr/>
      <dgm:t>
        <a:bodyPr/>
        <a:lstStyle/>
        <a:p>
          <a:pPr rtl="0"/>
          <a:endParaRPr lang="en-US">
            <a:latin typeface="Lato"/>
            <a:ea typeface="Lato"/>
            <a:cs typeface="Lato"/>
          </a:endParaRPr>
        </a:p>
      </dgm:t>
    </dgm:pt>
    <dgm:pt modelId="{3196EAEE-CF07-4720-A89F-9B9366FD59BD}" type="parTrans" cxnId="{1F0CC9FA-0E00-4F0B-8FCA-FFFA8D2DD529}">
      <dgm:prSet/>
      <dgm:spPr/>
    </dgm:pt>
    <dgm:pt modelId="{5AE5EEFF-BD7C-41B2-B92C-EB23651BB0ED}" type="sibTrans" cxnId="{1F0CC9FA-0E00-4F0B-8FCA-FFFA8D2DD529}">
      <dgm:prSet/>
      <dgm:spPr/>
    </dgm:pt>
    <dgm:pt modelId="{53C3BCBD-B5B9-4361-BC61-90B4152C1B2C}">
      <dgm:prSet phldrT="[Text]" phldr="0"/>
      <dgm:spPr/>
      <dgm:t>
        <a:bodyPr/>
        <a:lstStyle/>
        <a:p>
          <a:pPr rtl="0"/>
          <a:endParaRPr lang="en-US">
            <a:latin typeface="Lato"/>
            <a:ea typeface="Lato"/>
            <a:cs typeface="Lato"/>
          </a:endParaRPr>
        </a:p>
      </dgm:t>
    </dgm:pt>
    <dgm:pt modelId="{83CB9CF9-D78E-48CB-88C2-002F1BFD68BB}" type="parTrans" cxnId="{B3DCE16D-C021-4B73-91A2-CA230A071B41}">
      <dgm:prSet/>
      <dgm:spPr/>
    </dgm:pt>
    <dgm:pt modelId="{DBABA30E-3AC3-4A34-816B-3E2C0587D7D1}" type="sibTrans" cxnId="{B3DCE16D-C021-4B73-91A2-CA230A071B41}">
      <dgm:prSet/>
      <dgm:spPr/>
    </dgm:pt>
    <dgm:pt modelId="{289B8A53-C4A1-4FFE-8C23-BB34766C79FF}" type="pres">
      <dgm:prSet presAssocID="{6FEAB8FE-10D6-4BAB-9B96-F947DF73B8F6}" presName="Name0" presStyleCnt="0">
        <dgm:presLayoutVars>
          <dgm:dir/>
          <dgm:animLvl val="lvl"/>
          <dgm:resizeHandles val="exact"/>
        </dgm:presLayoutVars>
      </dgm:prSet>
      <dgm:spPr/>
    </dgm:pt>
    <dgm:pt modelId="{626DCDBA-B939-410D-81FA-5FA5EFBE52A2}" type="pres">
      <dgm:prSet presAssocID="{6FEAB8FE-10D6-4BAB-9B96-F947DF73B8F6}" presName="tSp" presStyleCnt="0"/>
      <dgm:spPr/>
    </dgm:pt>
    <dgm:pt modelId="{A13C523E-A9E7-47FA-A87C-C51F709121C5}" type="pres">
      <dgm:prSet presAssocID="{6FEAB8FE-10D6-4BAB-9B96-F947DF73B8F6}" presName="bSp" presStyleCnt="0"/>
      <dgm:spPr/>
    </dgm:pt>
    <dgm:pt modelId="{A59FD0E8-A10C-4367-AF75-32B0D07DD7DC}" type="pres">
      <dgm:prSet presAssocID="{6FEAB8FE-10D6-4BAB-9B96-F947DF73B8F6}" presName="process" presStyleCnt="0"/>
      <dgm:spPr/>
    </dgm:pt>
    <dgm:pt modelId="{E7107A1D-51C7-437D-8937-BCE1CC828C26}" type="pres">
      <dgm:prSet presAssocID="{92B99AE3-5855-4EC9-96C3-BC4643FC440C}" presName="composite1" presStyleCnt="0"/>
      <dgm:spPr/>
    </dgm:pt>
    <dgm:pt modelId="{E4A4BD39-4FF8-4C1C-9CDF-B8F4D5D7D2BB}" type="pres">
      <dgm:prSet presAssocID="{92B99AE3-5855-4EC9-96C3-BC4643FC440C}" presName="dummyNode1" presStyleLbl="node1" presStyleIdx="0" presStyleCnt="2"/>
      <dgm:spPr/>
    </dgm:pt>
    <dgm:pt modelId="{4CCA69FF-1C80-4341-9055-A9AD41B2586D}" type="pres">
      <dgm:prSet presAssocID="{92B99AE3-5855-4EC9-96C3-BC4643FC440C}" presName="childNode1" presStyleLbl="bgAcc1" presStyleIdx="0" presStyleCnt="2">
        <dgm:presLayoutVars>
          <dgm:bulletEnabled val="1"/>
        </dgm:presLayoutVars>
      </dgm:prSet>
      <dgm:spPr/>
    </dgm:pt>
    <dgm:pt modelId="{B6202B0C-48BC-4323-B217-78CAED640AE6}" type="pres">
      <dgm:prSet presAssocID="{92B99AE3-5855-4EC9-96C3-BC4643FC440C}" presName="childNode1tx" presStyleLbl="bgAcc1" presStyleIdx="0" presStyleCnt="2">
        <dgm:presLayoutVars>
          <dgm:bulletEnabled val="1"/>
        </dgm:presLayoutVars>
      </dgm:prSet>
      <dgm:spPr/>
    </dgm:pt>
    <dgm:pt modelId="{78E8E7C1-B3F6-400D-BCC1-CCE3F18AEA6F}" type="pres">
      <dgm:prSet presAssocID="{92B99AE3-5855-4EC9-96C3-BC4643FC440C}" presName="parentNode1" presStyleLbl="node1" presStyleIdx="0" presStyleCnt="2">
        <dgm:presLayoutVars>
          <dgm:chMax val="1"/>
          <dgm:bulletEnabled val="1"/>
        </dgm:presLayoutVars>
      </dgm:prSet>
      <dgm:spPr/>
    </dgm:pt>
    <dgm:pt modelId="{8BD4D04A-BF7B-444F-B6D8-CFF95E9889D5}" type="pres">
      <dgm:prSet presAssocID="{92B99AE3-5855-4EC9-96C3-BC4643FC440C}" presName="connSite1" presStyleCnt="0"/>
      <dgm:spPr/>
    </dgm:pt>
    <dgm:pt modelId="{B9953FCA-1328-4EB0-A82D-4855EC7A2051}" type="pres">
      <dgm:prSet presAssocID="{ADE97B04-06BE-4448-991E-19C2DF288F05}" presName="Name9" presStyleLbl="sibTrans2D1" presStyleIdx="0" presStyleCnt="1"/>
      <dgm:spPr/>
    </dgm:pt>
    <dgm:pt modelId="{A6978D2B-4501-4276-8541-50F4253A8E5A}" type="pres">
      <dgm:prSet presAssocID="{C59F0D63-B23B-4B60-B840-DAB0473FA854}" presName="composite2" presStyleCnt="0"/>
      <dgm:spPr/>
    </dgm:pt>
    <dgm:pt modelId="{EF8483F8-9D3C-4803-AFF3-48DDC301AA36}" type="pres">
      <dgm:prSet presAssocID="{C59F0D63-B23B-4B60-B840-DAB0473FA854}" presName="dummyNode2" presStyleLbl="node1" presStyleIdx="0" presStyleCnt="2"/>
      <dgm:spPr/>
    </dgm:pt>
    <dgm:pt modelId="{D6A7F8BB-5738-42E5-9EBA-CDED0F344245}" type="pres">
      <dgm:prSet presAssocID="{C59F0D63-B23B-4B60-B840-DAB0473FA854}" presName="childNode2" presStyleLbl="bgAcc1" presStyleIdx="1" presStyleCnt="2">
        <dgm:presLayoutVars>
          <dgm:bulletEnabled val="1"/>
        </dgm:presLayoutVars>
      </dgm:prSet>
      <dgm:spPr/>
    </dgm:pt>
    <dgm:pt modelId="{0078A53D-3D04-412A-A1E7-2A9E623E1E6B}" type="pres">
      <dgm:prSet presAssocID="{C59F0D63-B23B-4B60-B840-DAB0473FA854}" presName="childNode2tx" presStyleLbl="bgAcc1" presStyleIdx="1" presStyleCnt="2">
        <dgm:presLayoutVars>
          <dgm:bulletEnabled val="1"/>
        </dgm:presLayoutVars>
      </dgm:prSet>
      <dgm:spPr/>
    </dgm:pt>
    <dgm:pt modelId="{E694C9BA-F854-43EE-89A5-AC2B8B50362D}" type="pres">
      <dgm:prSet presAssocID="{C59F0D63-B23B-4B60-B840-DAB0473FA854}" presName="parentNode2" presStyleLbl="node1" presStyleIdx="1" presStyleCnt="2">
        <dgm:presLayoutVars>
          <dgm:chMax val="0"/>
          <dgm:bulletEnabled val="1"/>
        </dgm:presLayoutVars>
      </dgm:prSet>
      <dgm:spPr/>
    </dgm:pt>
    <dgm:pt modelId="{B4C0574E-EFC3-4CCC-8D36-B6AF45DD3BCD}" type="pres">
      <dgm:prSet presAssocID="{C59F0D63-B23B-4B60-B840-DAB0473FA854}" presName="connSite2" presStyleCnt="0"/>
      <dgm:spPr/>
    </dgm:pt>
  </dgm:ptLst>
  <dgm:cxnLst>
    <dgm:cxn modelId="{4817F103-EB34-4357-B58F-EE6FC1BB40C4}" srcId="{6FEAB8FE-10D6-4BAB-9B96-F947DF73B8F6}" destId="{92B99AE3-5855-4EC9-96C3-BC4643FC440C}" srcOrd="0" destOrd="0" parTransId="{B1E75E16-94BC-4030-9F28-F23FBE28CF10}" sibTransId="{ADE97B04-06BE-4448-991E-19C2DF288F05}"/>
    <dgm:cxn modelId="{A4310A09-C6F4-470E-8565-9BD34EC22B2F}" type="presOf" srcId="{3330C0AC-15FF-46FB-B60B-FD89407C9707}" destId="{0078A53D-3D04-412A-A1E7-2A9E623E1E6B}" srcOrd="1" destOrd="0" presId="urn:microsoft.com/office/officeart/2005/8/layout/hProcess4"/>
    <dgm:cxn modelId="{F0F07710-692C-40DF-BA5E-C64E3DB4EAAD}" srcId="{92B99AE3-5855-4EC9-96C3-BC4643FC440C}" destId="{1E73D670-7CA4-4C86-AC42-63EE632E3D34}" srcOrd="1" destOrd="0" parTransId="{3B3A8C43-8E1F-4358-9A58-AF536FAD7C7F}" sibTransId="{69AC6243-B6CC-4EA7-8F4A-B4A11307AD05}"/>
    <dgm:cxn modelId="{95D57515-A0B1-46CF-B868-8818295CE5DA}" type="presOf" srcId="{ADE97B04-06BE-4448-991E-19C2DF288F05}" destId="{B9953FCA-1328-4EB0-A82D-4855EC7A2051}" srcOrd="0" destOrd="0" presId="urn:microsoft.com/office/officeart/2005/8/layout/hProcess4"/>
    <dgm:cxn modelId="{62517F1C-E5BC-4ACA-9375-8C5FDC331B0F}" srcId="{92B99AE3-5855-4EC9-96C3-BC4643FC440C}" destId="{37B96DE3-8F91-402D-8FD2-B57004BC7B52}" srcOrd="0" destOrd="0" parTransId="{E4D4DB01-408B-4C8F-99AF-5BA6FFBE1022}" sibTransId="{D0BB4D3C-7FE8-423E-B92B-8BE18EC4392F}"/>
    <dgm:cxn modelId="{52BDF43B-C8A8-4CFA-B2CC-F19409468572}" srcId="{6FEAB8FE-10D6-4BAB-9B96-F947DF73B8F6}" destId="{C59F0D63-B23B-4B60-B840-DAB0473FA854}" srcOrd="1" destOrd="0" parTransId="{183A67B8-F6D2-4655-9814-70BA45C92A8B}" sibTransId="{E0E2358C-EB12-484A-A222-B1E43734A8FD}"/>
    <dgm:cxn modelId="{8221FA3E-69B7-440A-A9CE-4C0E78B0B58C}" type="presOf" srcId="{37B96DE3-8F91-402D-8FD2-B57004BC7B52}" destId="{B6202B0C-48BC-4323-B217-78CAED640AE6}" srcOrd="1" destOrd="0" presId="urn:microsoft.com/office/officeart/2005/8/layout/hProcess4"/>
    <dgm:cxn modelId="{1DC8E25B-3D74-420B-A464-01A79447468B}" type="presOf" srcId="{53C3BCBD-B5B9-4361-BC61-90B4152C1B2C}" destId="{D6A7F8BB-5738-42E5-9EBA-CDED0F344245}" srcOrd="0" destOrd="1" presId="urn:microsoft.com/office/officeart/2005/8/layout/hProcess4"/>
    <dgm:cxn modelId="{8B9E866C-22C5-4B4D-B122-B1E89BC34D8C}" type="presOf" srcId="{6FEAB8FE-10D6-4BAB-9B96-F947DF73B8F6}" destId="{289B8A53-C4A1-4FFE-8C23-BB34766C79FF}" srcOrd="0" destOrd="0" presId="urn:microsoft.com/office/officeart/2005/8/layout/hProcess4"/>
    <dgm:cxn modelId="{B3DCE16D-C021-4B73-91A2-CA230A071B41}" srcId="{C59F0D63-B23B-4B60-B840-DAB0473FA854}" destId="{53C3BCBD-B5B9-4361-BC61-90B4152C1B2C}" srcOrd="1" destOrd="0" parTransId="{83CB9CF9-D78E-48CB-88C2-002F1BFD68BB}" sibTransId="{DBABA30E-3AC3-4A34-816B-3E2C0587D7D1}"/>
    <dgm:cxn modelId="{6BC15D6E-535E-4E6E-9107-B8D42C0C525D}" srcId="{C59F0D63-B23B-4B60-B840-DAB0473FA854}" destId="{0A4A2E53-42F2-435F-BE27-5451814C3946}" srcOrd="2" destOrd="0" parTransId="{E1ECBAC2-C3A6-47D9-8B9E-285E35D09423}" sibTransId="{BC621312-A5D3-42E6-99BE-DEB36A8EBE90}"/>
    <dgm:cxn modelId="{832A3472-891E-4331-8427-EB314F111A3E}" type="presOf" srcId="{1E73D670-7CA4-4C86-AC42-63EE632E3D34}" destId="{4CCA69FF-1C80-4341-9055-A9AD41B2586D}" srcOrd="0" destOrd="1" presId="urn:microsoft.com/office/officeart/2005/8/layout/hProcess4"/>
    <dgm:cxn modelId="{F45D7278-F41E-4927-91FC-499D5C06147C}" type="presOf" srcId="{0A4A2E53-42F2-435F-BE27-5451814C3946}" destId="{D6A7F8BB-5738-42E5-9EBA-CDED0F344245}" srcOrd="0" destOrd="2" presId="urn:microsoft.com/office/officeart/2005/8/layout/hProcess4"/>
    <dgm:cxn modelId="{FF04A181-0F1E-478C-BC0B-9D6D72903EB2}" type="presOf" srcId="{37B96DE3-8F91-402D-8FD2-B57004BC7B52}" destId="{4CCA69FF-1C80-4341-9055-A9AD41B2586D}" srcOrd="0" destOrd="0" presId="urn:microsoft.com/office/officeart/2005/8/layout/hProcess4"/>
    <dgm:cxn modelId="{C367079C-9B8D-40CD-8E7C-4BE2421EF844}" type="presOf" srcId="{C59F0D63-B23B-4B60-B840-DAB0473FA854}" destId="{E694C9BA-F854-43EE-89A5-AC2B8B50362D}" srcOrd="0" destOrd="0" presId="urn:microsoft.com/office/officeart/2005/8/layout/hProcess4"/>
    <dgm:cxn modelId="{42F68EA1-3AD2-4C85-A396-82A9ECB4349E}" type="presOf" srcId="{1E73D670-7CA4-4C86-AC42-63EE632E3D34}" destId="{B6202B0C-48BC-4323-B217-78CAED640AE6}" srcOrd="1" destOrd="1" presId="urn:microsoft.com/office/officeart/2005/8/layout/hProcess4"/>
    <dgm:cxn modelId="{BF687EA8-ED0A-456F-BACE-DEC53BABFEF9}" type="presOf" srcId="{3330C0AC-15FF-46FB-B60B-FD89407C9707}" destId="{D6A7F8BB-5738-42E5-9EBA-CDED0F344245}" srcOrd="0" destOrd="0" presId="urn:microsoft.com/office/officeart/2005/8/layout/hProcess4"/>
    <dgm:cxn modelId="{7D9DD2B7-42CF-4B0C-857D-84FFFC34B3CE}" type="presOf" srcId="{53C3BCBD-B5B9-4361-BC61-90B4152C1B2C}" destId="{0078A53D-3D04-412A-A1E7-2A9E623E1E6B}" srcOrd="1" destOrd="1" presId="urn:microsoft.com/office/officeart/2005/8/layout/hProcess4"/>
    <dgm:cxn modelId="{D55811D1-0EFD-4CBA-86A1-892820C9C906}" type="presOf" srcId="{0A4A2E53-42F2-435F-BE27-5451814C3946}" destId="{0078A53D-3D04-412A-A1E7-2A9E623E1E6B}" srcOrd="1" destOrd="2" presId="urn:microsoft.com/office/officeart/2005/8/layout/hProcess4"/>
    <dgm:cxn modelId="{1F0CC9FA-0E00-4F0B-8FCA-FFFA8D2DD529}" srcId="{C59F0D63-B23B-4B60-B840-DAB0473FA854}" destId="{3330C0AC-15FF-46FB-B60B-FD89407C9707}" srcOrd="0" destOrd="0" parTransId="{3196EAEE-CF07-4720-A89F-9B9366FD59BD}" sibTransId="{5AE5EEFF-BD7C-41B2-B92C-EB23651BB0ED}"/>
    <dgm:cxn modelId="{D6DC47FC-75FA-4AC8-8CFA-5DA204328F05}" type="presOf" srcId="{92B99AE3-5855-4EC9-96C3-BC4643FC440C}" destId="{78E8E7C1-B3F6-400D-BCC1-CCE3F18AEA6F}" srcOrd="0" destOrd="0" presId="urn:microsoft.com/office/officeart/2005/8/layout/hProcess4"/>
    <dgm:cxn modelId="{FE252673-CA43-4EEE-A0DA-DEF9764FB338}" type="presParOf" srcId="{289B8A53-C4A1-4FFE-8C23-BB34766C79FF}" destId="{626DCDBA-B939-410D-81FA-5FA5EFBE52A2}" srcOrd="0" destOrd="0" presId="urn:microsoft.com/office/officeart/2005/8/layout/hProcess4"/>
    <dgm:cxn modelId="{80B213C4-5362-4429-A767-D1157D568D37}" type="presParOf" srcId="{289B8A53-C4A1-4FFE-8C23-BB34766C79FF}" destId="{A13C523E-A9E7-47FA-A87C-C51F709121C5}" srcOrd="1" destOrd="0" presId="urn:microsoft.com/office/officeart/2005/8/layout/hProcess4"/>
    <dgm:cxn modelId="{6984A5E8-4167-4C25-BCBF-BFF56E2AC771}" type="presParOf" srcId="{289B8A53-C4A1-4FFE-8C23-BB34766C79FF}" destId="{A59FD0E8-A10C-4367-AF75-32B0D07DD7DC}" srcOrd="2" destOrd="0" presId="urn:microsoft.com/office/officeart/2005/8/layout/hProcess4"/>
    <dgm:cxn modelId="{5C37B56A-DDFA-4906-91F1-B21B98C39C49}" type="presParOf" srcId="{A59FD0E8-A10C-4367-AF75-32B0D07DD7DC}" destId="{E7107A1D-51C7-437D-8937-BCE1CC828C26}" srcOrd="0" destOrd="0" presId="urn:microsoft.com/office/officeart/2005/8/layout/hProcess4"/>
    <dgm:cxn modelId="{F9ED22EE-874C-49D7-93BA-3A73ABBA2A72}" type="presParOf" srcId="{E7107A1D-51C7-437D-8937-BCE1CC828C26}" destId="{E4A4BD39-4FF8-4C1C-9CDF-B8F4D5D7D2BB}" srcOrd="0" destOrd="0" presId="urn:microsoft.com/office/officeart/2005/8/layout/hProcess4"/>
    <dgm:cxn modelId="{24DF0CD1-CD81-4787-83BD-27BF228C0E62}" type="presParOf" srcId="{E7107A1D-51C7-437D-8937-BCE1CC828C26}" destId="{4CCA69FF-1C80-4341-9055-A9AD41B2586D}" srcOrd="1" destOrd="0" presId="urn:microsoft.com/office/officeart/2005/8/layout/hProcess4"/>
    <dgm:cxn modelId="{3F4E4236-E129-4350-A776-3BE8C33EA356}" type="presParOf" srcId="{E7107A1D-51C7-437D-8937-BCE1CC828C26}" destId="{B6202B0C-48BC-4323-B217-78CAED640AE6}" srcOrd="2" destOrd="0" presId="urn:microsoft.com/office/officeart/2005/8/layout/hProcess4"/>
    <dgm:cxn modelId="{D06A5C2A-8153-4AD0-A3B1-E67780C4374E}" type="presParOf" srcId="{E7107A1D-51C7-437D-8937-BCE1CC828C26}" destId="{78E8E7C1-B3F6-400D-BCC1-CCE3F18AEA6F}" srcOrd="3" destOrd="0" presId="urn:microsoft.com/office/officeart/2005/8/layout/hProcess4"/>
    <dgm:cxn modelId="{90858B99-70AF-4B30-8820-78C22ED46633}" type="presParOf" srcId="{E7107A1D-51C7-437D-8937-BCE1CC828C26}" destId="{8BD4D04A-BF7B-444F-B6D8-CFF95E9889D5}" srcOrd="4" destOrd="0" presId="urn:microsoft.com/office/officeart/2005/8/layout/hProcess4"/>
    <dgm:cxn modelId="{A061AE59-402D-45D5-9DB5-96A2206727E5}" type="presParOf" srcId="{A59FD0E8-A10C-4367-AF75-32B0D07DD7DC}" destId="{B9953FCA-1328-4EB0-A82D-4855EC7A2051}" srcOrd="1" destOrd="0" presId="urn:microsoft.com/office/officeart/2005/8/layout/hProcess4"/>
    <dgm:cxn modelId="{22FB2193-F538-4A68-B147-0DBB88AEB837}" type="presParOf" srcId="{A59FD0E8-A10C-4367-AF75-32B0D07DD7DC}" destId="{A6978D2B-4501-4276-8541-50F4253A8E5A}" srcOrd="2" destOrd="0" presId="urn:microsoft.com/office/officeart/2005/8/layout/hProcess4"/>
    <dgm:cxn modelId="{858A2234-9E7D-4976-9760-01708A57E6AA}" type="presParOf" srcId="{A6978D2B-4501-4276-8541-50F4253A8E5A}" destId="{EF8483F8-9D3C-4803-AFF3-48DDC301AA36}" srcOrd="0" destOrd="0" presId="urn:microsoft.com/office/officeart/2005/8/layout/hProcess4"/>
    <dgm:cxn modelId="{F3FAB359-F373-4C41-AC53-A225AF1B7F8B}" type="presParOf" srcId="{A6978D2B-4501-4276-8541-50F4253A8E5A}" destId="{D6A7F8BB-5738-42E5-9EBA-CDED0F344245}" srcOrd="1" destOrd="0" presId="urn:microsoft.com/office/officeart/2005/8/layout/hProcess4"/>
    <dgm:cxn modelId="{6CF0F158-B025-4C0A-AC08-1D41493F80E7}" type="presParOf" srcId="{A6978D2B-4501-4276-8541-50F4253A8E5A}" destId="{0078A53D-3D04-412A-A1E7-2A9E623E1E6B}" srcOrd="2" destOrd="0" presId="urn:microsoft.com/office/officeart/2005/8/layout/hProcess4"/>
    <dgm:cxn modelId="{DA657B1C-BD00-45EF-A293-C90EB6BA23D0}" type="presParOf" srcId="{A6978D2B-4501-4276-8541-50F4253A8E5A}" destId="{E694C9BA-F854-43EE-89A5-AC2B8B50362D}" srcOrd="3" destOrd="0" presId="urn:microsoft.com/office/officeart/2005/8/layout/hProcess4"/>
    <dgm:cxn modelId="{78320885-7FC5-46FE-924B-A83856B0BF9F}" type="presParOf" srcId="{A6978D2B-4501-4276-8541-50F4253A8E5A}" destId="{B4C0574E-EFC3-4CCC-8D36-B6AF45DD3BCD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CA69FF-1C80-4341-9055-A9AD41B2586D}">
      <dsp:nvSpPr>
        <dsp:cNvPr id="0" name=""/>
        <dsp:cNvSpPr/>
      </dsp:nvSpPr>
      <dsp:spPr>
        <a:xfrm>
          <a:off x="3605" y="2137554"/>
          <a:ext cx="2511007" cy="2071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Monthly plans present the highest operational risk, generating </a:t>
          </a:r>
          <a:r>
            <a:rPr lang="en-US" sz="1000" b="1" kern="1200"/>
            <a:t>141 out of 207</a:t>
          </a:r>
          <a:r>
            <a:rPr lang="en-US" sz="1000" kern="1200">
              <a:latin typeface="Lato"/>
              <a:ea typeface="Lato"/>
              <a:cs typeface="Lato"/>
            </a:rPr>
            <a:t> accounting for 68.1% of all cancellations i.e. </a:t>
          </a:r>
          <a:r>
            <a:rPr lang="en-US" sz="1000" kern="1200"/>
            <a:t>20.0% churn rate, compared to just 9.1% for Annual plans</a:t>
          </a:r>
          <a:r>
            <a:rPr lang="en-US" sz="1000" kern="1200">
              <a:latin typeface="Lato"/>
              <a:ea typeface="Lato"/>
              <a:cs typeface="Lato"/>
            </a:rPr>
            <a:t>, making them the highest-risk subscription segment.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Lato"/>
              <a:ea typeface="Lato"/>
              <a:cs typeface="Lato"/>
            </a:rPr>
            <a:t>Regionally, Chennai and Hyderabad recorded the highest churn volume, indicating localized retention challenges.</a:t>
          </a:r>
          <a:endParaRPr lang="en-US" sz="1000" kern="1200"/>
        </a:p>
      </dsp:txBody>
      <dsp:txXfrm>
        <a:off x="51266" y="2185215"/>
        <a:ext cx="2415685" cy="1531936"/>
      </dsp:txXfrm>
    </dsp:sp>
    <dsp:sp modelId="{B9953FCA-1328-4EB0-A82D-4855EC7A2051}">
      <dsp:nvSpPr>
        <dsp:cNvPr id="0" name=""/>
        <dsp:cNvSpPr/>
      </dsp:nvSpPr>
      <dsp:spPr>
        <a:xfrm>
          <a:off x="1482329" y="2873617"/>
          <a:ext cx="2410485" cy="2410485"/>
        </a:xfrm>
        <a:prstGeom prst="leftCircularArrow">
          <a:avLst>
            <a:gd name="adj1" fmla="val 1677"/>
            <a:gd name="adj2" fmla="val 199416"/>
            <a:gd name="adj3" fmla="val 1974926"/>
            <a:gd name="adj4" fmla="val 9024489"/>
            <a:gd name="adj5" fmla="val 1956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8E8E7C1-B3F6-400D-BCC1-CCE3F18AEA6F}">
      <dsp:nvSpPr>
        <dsp:cNvPr id="0" name=""/>
        <dsp:cNvSpPr/>
      </dsp:nvSpPr>
      <dsp:spPr>
        <a:xfrm>
          <a:off x="561607" y="3764813"/>
          <a:ext cx="2232007" cy="88759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Arial"/>
            </a:rPr>
            <a:t>Key Insight</a:t>
          </a:r>
          <a:endParaRPr lang="en-US" sz="2800" kern="1200"/>
        </a:p>
      </dsp:txBody>
      <dsp:txXfrm>
        <a:off x="587604" y="3790810"/>
        <a:ext cx="2180013" cy="835601"/>
      </dsp:txXfrm>
    </dsp:sp>
    <dsp:sp modelId="{D6A7F8BB-5738-42E5-9EBA-CDED0F344245}">
      <dsp:nvSpPr>
        <dsp:cNvPr id="0" name=""/>
        <dsp:cNvSpPr/>
      </dsp:nvSpPr>
      <dsp:spPr>
        <a:xfrm>
          <a:off x="2986082" y="2137554"/>
          <a:ext cx="2511007" cy="2071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000" kern="1200">
            <a:latin typeface="Lato"/>
            <a:ea typeface="Lato"/>
            <a:cs typeface="Lato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000" kern="1200">
            <a:latin typeface="Lato"/>
            <a:ea typeface="Lato"/>
            <a:cs typeface="Lato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Lato"/>
              <a:ea typeface="Lato"/>
              <a:cs typeface="Lato"/>
            </a:rPr>
            <a:t>Retention efforts should prioritize monthly subscribers and high-churn locations to maximize churn reduction.</a:t>
          </a:r>
          <a:endParaRPr lang="en-US" sz="1000" kern="1200"/>
        </a:p>
      </dsp:txBody>
      <dsp:txXfrm>
        <a:off x="3033743" y="2629013"/>
        <a:ext cx="2415685" cy="1531936"/>
      </dsp:txXfrm>
    </dsp:sp>
    <dsp:sp modelId="{E694C9BA-F854-43EE-89A5-AC2B8B50362D}">
      <dsp:nvSpPr>
        <dsp:cNvPr id="0" name=""/>
        <dsp:cNvSpPr/>
      </dsp:nvSpPr>
      <dsp:spPr>
        <a:xfrm>
          <a:off x="3544084" y="1693756"/>
          <a:ext cx="2232007" cy="887595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Business Impact</a:t>
          </a:r>
        </a:p>
      </dsp:txBody>
      <dsp:txXfrm>
        <a:off x="3570081" y="1719753"/>
        <a:ext cx="2180013" cy="8356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712a0b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f9712a0b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5f7963188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f5f7963188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5f7963188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3f5f7963188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5f796318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f5f796318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5f7963188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3f5f7963188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5f7963188_1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g3f5f7963188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5f7963188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g3f5f7963188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F12E76B7-53EA-885F-E6C8-B52613F6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5f7963188_1_186:notes">
            <a:extLst>
              <a:ext uri="{FF2B5EF4-FFF2-40B4-BE49-F238E27FC236}">
                <a16:creationId xmlns:a16="http://schemas.microsoft.com/office/drawing/2014/main" id="{15F93411-956F-1415-E5C1-36CAD02BC4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g3f5f7963188_1_186:notes">
            <a:extLst>
              <a:ext uri="{FF2B5EF4-FFF2-40B4-BE49-F238E27FC236}">
                <a16:creationId xmlns:a16="http://schemas.microsoft.com/office/drawing/2014/main" id="{7374E4F0-CC86-66A7-D07A-27567946B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5090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8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diagramColors" Target="../diagrams/colors1.xm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diagramQuickStyle" Target="../diagrams/quickStyl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42.png"/><Relationship Id="rId10" Type="http://schemas.openxmlformats.org/officeDocument/2006/relationships/diagramData" Target="../diagrams/data1.xml"/><Relationship Id="rId4" Type="http://schemas.openxmlformats.org/officeDocument/2006/relationships/image" Target="../media/image41.png"/><Relationship Id="rId9" Type="http://schemas.openxmlformats.org/officeDocument/2006/relationships/chart" Target="../charts/chart2.xml"/><Relationship Id="rId14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6.png"/><Relationship Id="rId10" Type="http://schemas.openxmlformats.org/officeDocument/2006/relationships/chart" Target="../charts/chart4.xml"/><Relationship Id="rId4" Type="http://schemas.openxmlformats.org/officeDocument/2006/relationships/image" Target="../media/image45.png"/><Relationship Id="rId9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9.png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6.xml"/><Relationship Id="rId11" Type="http://schemas.openxmlformats.org/officeDocument/2006/relationships/image" Target="../media/image54.png"/><Relationship Id="rId5" Type="http://schemas.openxmlformats.org/officeDocument/2006/relationships/image" Target="../media/image50.png"/><Relationship Id="rId10" Type="http://schemas.openxmlformats.org/officeDocument/2006/relationships/image" Target="../media/image53.png"/><Relationship Id="rId4" Type="http://schemas.openxmlformats.org/officeDocument/2006/relationships/chart" Target="../charts/chart5.xml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9.png"/><Relationship Id="rId7" Type="http://schemas.openxmlformats.org/officeDocument/2006/relationships/image" Target="../media/image58.png"/><Relationship Id="rId12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69.png"/><Relationship Id="rId3" Type="http://schemas.openxmlformats.org/officeDocument/2006/relationships/image" Target="../media/image49.png"/><Relationship Id="rId7" Type="http://schemas.openxmlformats.org/officeDocument/2006/relationships/image" Target="../media/image64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11" Type="http://schemas.openxmlformats.org/officeDocument/2006/relationships/image" Target="../media/image67.png"/><Relationship Id="rId5" Type="http://schemas.openxmlformats.org/officeDocument/2006/relationships/image" Target="../media/image62.png"/><Relationship Id="rId10" Type="http://schemas.openxmlformats.org/officeDocument/2006/relationships/image" Target="../media/image66.png"/><Relationship Id="rId4" Type="http://schemas.openxmlformats.org/officeDocument/2006/relationships/image" Target="../media/image54.png"/><Relationship Id="rId9" Type="http://schemas.openxmlformats.org/officeDocument/2006/relationships/image" Target="../media/image6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9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chart" Target="../charts/chart9.xml"/><Relationship Id="rId4" Type="http://schemas.openxmlformats.org/officeDocument/2006/relationships/image" Target="../media/image52.png"/><Relationship Id="rId9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523875" y="1705575"/>
            <a:ext cx="6336900" cy="11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BOXIFY CUSTOMER CHURN &amp; RETENTION ANALYSIS</a:t>
            </a:r>
            <a:endParaRPr/>
          </a:p>
        </p:txBody>
      </p:sp>
      <p:sp>
        <p:nvSpPr>
          <p:cNvPr id="164" name="Google Shape;164;p25"/>
          <p:cNvSpPr txBox="1"/>
          <p:nvPr/>
        </p:nvSpPr>
        <p:spPr>
          <a:xfrm>
            <a:off x="523875" y="3192900"/>
            <a:ext cx="58674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Data-driven strategy to eliminate early lifecycle cancellations, maximize customer lifetime value (CLV), and recover lost subscription revenue.</a:t>
            </a:r>
            <a:endParaRPr/>
          </a:p>
        </p:txBody>
      </p:sp>
      <p:sp>
        <p:nvSpPr>
          <p:cNvPr id="169" name="Google Shape;169;p25"/>
          <p:cNvSpPr/>
          <p:nvPr/>
        </p:nvSpPr>
        <p:spPr>
          <a:xfrm>
            <a:off x="326575" y="591900"/>
            <a:ext cx="2775900" cy="381000"/>
          </a:xfrm>
          <a:prstGeom prst="roundRect">
            <a:avLst>
              <a:gd name="adj" fmla="val 16667"/>
            </a:avLst>
          </a:prstGeom>
          <a:solidFill>
            <a:srgbClr val="E2EFFF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F46E5"/>
                </a:solidFill>
                <a:latin typeface="Inter Black"/>
                <a:ea typeface="Inter Black"/>
                <a:cs typeface="Inter Black"/>
                <a:sym typeface="Inter Black"/>
              </a:rPr>
              <a:t>EXECUTIVE BUSINESS REPORT</a:t>
            </a:r>
            <a:endParaRPr sz="1100">
              <a:solidFill>
                <a:srgbClr val="4F46E5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70" name="Google Shape;17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219" y="5919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5B5578-261D-4221-7DCE-82AFCAF7E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722" y="57510"/>
            <a:ext cx="5042859" cy="6282905"/>
          </a:xfrm>
          <a:prstGeom prst="rect">
            <a:avLst/>
          </a:prstGeom>
        </p:spPr>
      </p:pic>
      <p:pic>
        <p:nvPicPr>
          <p:cNvPr id="3" name="Google Shape;86;p13">
            <a:extLst>
              <a:ext uri="{FF2B5EF4-FFF2-40B4-BE49-F238E27FC236}">
                <a16:creationId xmlns:a16="http://schemas.microsoft.com/office/drawing/2014/main" id="{74E12285-4485-63FB-0556-68CBE0C8A61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147095"/>
            <a:ext cx="65151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1;p13">
            <a:extLst>
              <a:ext uri="{FF2B5EF4-FFF2-40B4-BE49-F238E27FC236}">
                <a16:creationId xmlns:a16="http://schemas.microsoft.com/office/drawing/2014/main" id="{48B525C5-6490-DCF2-E0E3-74FCEB66F8AF}"/>
              </a:ext>
            </a:extLst>
          </p:cNvPr>
          <p:cNvSpPr txBox="1"/>
          <p:nvPr/>
        </p:nvSpPr>
        <p:spPr>
          <a:xfrm>
            <a:off x="476250" y="4356645"/>
            <a:ext cx="3186112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Prepared By: </a:t>
            </a:r>
            <a:r>
              <a:rPr lang="en-US" sz="9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Business Intelligence &amp; </a:t>
            </a:r>
            <a:r>
              <a:rPr lang="en-US" sz="9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Analytics Division</a:t>
            </a:r>
            <a:endParaRPr/>
          </a:p>
        </p:txBody>
      </p:sp>
      <p:sp>
        <p:nvSpPr>
          <p:cNvPr id="5" name="Google Shape;92;p13">
            <a:extLst>
              <a:ext uri="{FF2B5EF4-FFF2-40B4-BE49-F238E27FC236}">
                <a16:creationId xmlns:a16="http://schemas.microsoft.com/office/drawing/2014/main" id="{FE773ABB-CB79-8FAA-7193-CF3674C8C91C}"/>
              </a:ext>
            </a:extLst>
          </p:cNvPr>
          <p:cNvSpPr txBox="1"/>
          <p:nvPr/>
        </p:nvSpPr>
        <p:spPr>
          <a:xfrm>
            <a:off x="4279690" y="4371022"/>
            <a:ext cx="3186112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Analysis Period: </a:t>
            </a:r>
            <a:r>
              <a:rPr lang="en-US" sz="9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November 2022 – October 2025</a:t>
            </a:r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101FBB61-702E-B444-A2B6-F012C9699390}"/>
              </a:ext>
            </a:extLst>
          </p:cNvPr>
          <p:cNvSpPr txBox="1"/>
          <p:nvPr/>
        </p:nvSpPr>
        <p:spPr>
          <a:xfrm>
            <a:off x="519382" y="4871354"/>
            <a:ext cx="357430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Industry / Sector: </a:t>
            </a:r>
            <a:r>
              <a:rPr lang="en-US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Lifestyle Products </a:t>
            </a:r>
            <a:r>
              <a:rPr lang="en-US" sz="950" b="1">
                <a:solidFill>
                  <a:srgbClr val="0F172A"/>
                </a:solidFill>
                <a:latin typeface="Inter"/>
                <a:sym typeface="Inter"/>
              </a:rPr>
              <a:t>S</a:t>
            </a:r>
            <a:r>
              <a:rPr lang="en-US" sz="950" b="1">
                <a:solidFill>
                  <a:schemeClr val="tx1"/>
                </a:solidFill>
                <a:latin typeface="Inter"/>
                <a:sym typeface="Inter"/>
              </a:rPr>
              <a:t>ubscription Box Service</a:t>
            </a:r>
            <a:endParaRPr lang="en-US" sz="950" b="1">
              <a:solidFill>
                <a:schemeClr val="tx1"/>
              </a:solidFill>
              <a:latin typeface="Inter"/>
            </a:endParaRPr>
          </a:p>
          <a:p>
            <a:endParaRPr lang="en-US" sz="950">
              <a:solidFill>
                <a:srgbClr val="64748B"/>
              </a:solidFill>
              <a:latin typeface="Inter"/>
            </a:endParaRPr>
          </a:p>
        </p:txBody>
      </p:sp>
      <p:sp>
        <p:nvSpPr>
          <p:cNvPr id="9" name="Google Shape;183;p26">
            <a:extLst>
              <a:ext uri="{FF2B5EF4-FFF2-40B4-BE49-F238E27FC236}">
                <a16:creationId xmlns:a16="http://schemas.microsoft.com/office/drawing/2014/main" id="{022290BD-BF3C-0FEA-935E-3CCC1216BDE9}"/>
              </a:ext>
            </a:extLst>
          </p:cNvPr>
          <p:cNvSpPr txBox="1"/>
          <p:nvPr/>
        </p:nvSpPr>
        <p:spPr>
          <a:xfrm>
            <a:off x="10161975" y="6481751"/>
            <a:ext cx="1506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1577271"/>
            <a:ext cx="3555950" cy="31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577271"/>
            <a:ext cx="3555950" cy="31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2025" y="1577271"/>
            <a:ext cx="3545940" cy="31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6343650"/>
            <a:ext cx="111442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 txBox="1"/>
          <p:nvPr/>
        </p:nvSpPr>
        <p:spPr>
          <a:xfrm>
            <a:off x="523875" y="1055340"/>
            <a:ext cx="11144250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Targeted analytical framework to bridge </a:t>
            </a:r>
            <a:r>
              <a:rPr lang="en-US" sz="1200" b="0" i="0" u="none" strike="noStrike" cap="none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Boxify's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"Retention Gap" by mitigating early cancellations, boosting engagement, and optimizing plan structures.</a:t>
            </a:r>
            <a:endParaRPr lang="en-US" sz="1200"/>
          </a:p>
        </p:txBody>
      </p:sp>
      <p:sp>
        <p:nvSpPr>
          <p:cNvPr id="182" name="Google Shape;182;p26"/>
          <p:cNvSpPr txBox="1"/>
          <p:nvPr/>
        </p:nvSpPr>
        <p:spPr>
          <a:xfrm>
            <a:off x="523875" y="64960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Boxify Analytics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10161975" y="6481751"/>
            <a:ext cx="1506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2 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pic>
        <p:nvPicPr>
          <p:cNvPr id="184" name="Google Shape;184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185350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6"/>
          <p:cNvSpPr txBox="1"/>
          <p:nvPr/>
        </p:nvSpPr>
        <p:spPr>
          <a:xfrm>
            <a:off x="1259681" y="1895754"/>
            <a:ext cx="241086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Reduce </a:t>
            </a:r>
            <a:r>
              <a:rPr lang="en-US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Customer Churn</a:t>
            </a:r>
            <a:endParaRPr lang="en-US" sz="1600">
              <a:latin typeface="Poppins SemiBold"/>
              <a:cs typeface="Poppins SemiBold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771525" y="2796469"/>
            <a:ext cx="306060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</a:t>
            </a:r>
            <a:r>
              <a:rPr lang="en-US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customer segments</a:t>
            </a:r>
            <a:r>
              <a:rPr lang="en-US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behaviors </a:t>
            </a:r>
            <a:r>
              <a:rPr lang="en-US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subscription characteristics associated with higher churn</a:t>
            </a:r>
            <a:r>
              <a:rPr lang="en-US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/>
          </a:p>
        </p:txBody>
      </p:sp>
      <p:pic>
        <p:nvPicPr>
          <p:cNvPr id="187" name="Google Shape;187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65600" y="185350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4960207" y="1919567"/>
            <a:ext cx="23428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00">
                <a:solidFill>
                  <a:srgbClr val="0F172A"/>
                </a:solidFill>
                <a:latin typeface="Poppins SemiBold"/>
                <a:cs typeface="Poppins SemiBold"/>
                <a:sym typeface="Poppins SemiBold"/>
              </a:rPr>
              <a:t>Protect Subscription Revenue</a:t>
            </a:r>
            <a:endParaRPr sz="1600">
              <a:solidFill>
                <a:srgbClr val="0F172A"/>
              </a:solidFill>
              <a:latin typeface="Poppins SemiBold"/>
              <a:cs typeface="Poppins SemiBold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4565600" y="2796480"/>
            <a:ext cx="30606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Quantify the financial impact of customer cancellations and identify opportunities to recover lost revenue.</a:t>
            </a:r>
            <a:endParaRPr lang="en-US"/>
          </a:p>
        </p:txBody>
      </p:sp>
      <p:pic>
        <p:nvPicPr>
          <p:cNvPr id="190" name="Google Shape;190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185350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8767889" y="1933175"/>
            <a:ext cx="238380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00">
                <a:solidFill>
                  <a:srgbClr val="0F172A"/>
                </a:solidFill>
                <a:latin typeface="Poppins SemiBold"/>
                <a:cs typeface="Poppins SemiBold"/>
                <a:sym typeface="Poppins SemiBold"/>
              </a:rPr>
              <a:t>Improve Customer Retention</a:t>
            </a:r>
            <a:endParaRPr lang="en-US"/>
          </a:p>
        </p:txBody>
      </p:sp>
      <p:sp>
        <p:nvSpPr>
          <p:cNvPr id="192" name="Google Shape;192;p26"/>
          <p:cNvSpPr txBox="1"/>
          <p:nvPr/>
        </p:nvSpPr>
        <p:spPr>
          <a:xfrm>
            <a:off x="8359675" y="2796480"/>
            <a:ext cx="3060799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 targeted retention strategies based on customer behavior, plan type, tenure and demographic characteristics.</a:t>
            </a:r>
            <a:endParaRPr lang="en-US"/>
          </a:p>
        </p:txBody>
      </p:sp>
      <p:pic>
        <p:nvPicPr>
          <p:cNvPr id="193" name="Google Shape;193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6300" y="195828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70375" y="195828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64450" y="195828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523875" y="428625"/>
            <a:ext cx="1114425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Strategic Project Objectives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DAE6A2-0A47-A9DA-9BDD-054F4225C4A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509" t="65114" r="3372" b="19156"/>
          <a:stretch>
            <a:fillRect/>
          </a:stretch>
        </p:blipFill>
        <p:spPr>
          <a:xfrm>
            <a:off x="488263" y="4695145"/>
            <a:ext cx="11292068" cy="1280536"/>
          </a:xfrm>
          <a:prstGeom prst="rect">
            <a:avLst/>
          </a:prstGeom>
        </p:spPr>
      </p:pic>
      <p:sp>
        <p:nvSpPr>
          <p:cNvPr id="3" name="Google Shape;226;p27">
            <a:extLst>
              <a:ext uri="{FF2B5EF4-FFF2-40B4-BE49-F238E27FC236}">
                <a16:creationId xmlns:a16="http://schemas.microsoft.com/office/drawing/2014/main" id="{EC1D1197-F6B5-1035-CFF0-4BC9DCB05111}"/>
              </a:ext>
            </a:extLst>
          </p:cNvPr>
          <p:cNvSpPr txBox="1"/>
          <p:nvPr/>
        </p:nvSpPr>
        <p:spPr>
          <a:xfrm>
            <a:off x="1199970" y="5187117"/>
            <a:ext cx="101727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49955"/>
              </a:lnSpc>
            </a:pPr>
            <a:r>
              <a:rPr lang="en-US">
                <a:solidFill>
                  <a:srgbClr val="E2E8F0"/>
                </a:solidFill>
                <a:latin typeface="Poppins"/>
                <a:ea typeface="Lato"/>
                <a:cs typeface="Poppins"/>
                <a:sym typeface="Lato"/>
              </a:rPr>
              <a:t>Total Active Customers • Churn Rate • Revenue Lost • Average Customer Lifetime Value (CLV) • Average Engagement Score • Subscription Duration</a:t>
            </a:r>
            <a:endParaRPr lang="en-US">
              <a:solidFill>
                <a:srgbClr val="E2E8F0"/>
              </a:solidFill>
              <a:latin typeface="Poppins"/>
              <a:ea typeface="Lato"/>
              <a:cs typeface="Poppins"/>
            </a:endParaRP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108AFD88-C187-7809-02CA-B359F5D80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9856" y="4898368"/>
            <a:ext cx="411195" cy="612475"/>
          </a:xfrm>
          <a:prstGeom prst="rect">
            <a:avLst/>
          </a:prstGeom>
        </p:spPr>
      </p:pic>
      <p:sp>
        <p:nvSpPr>
          <p:cNvPr id="5" name="Google Shape;225;p27">
            <a:extLst>
              <a:ext uri="{FF2B5EF4-FFF2-40B4-BE49-F238E27FC236}">
                <a16:creationId xmlns:a16="http://schemas.microsoft.com/office/drawing/2014/main" id="{78C76460-3BA7-CD29-4DFD-366DD5C361AE}"/>
              </a:ext>
            </a:extLst>
          </p:cNvPr>
          <p:cNvSpPr txBox="1"/>
          <p:nvPr/>
        </p:nvSpPr>
        <p:spPr>
          <a:xfrm>
            <a:off x="1185593" y="4905501"/>
            <a:ext cx="331739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>
                <a:solidFill>
                  <a:srgbClr val="F59E0B"/>
                </a:solidFill>
                <a:latin typeface="Inter Black"/>
                <a:ea typeface="Inter Black"/>
                <a:sym typeface="Lato"/>
              </a:rPr>
              <a:t>KEY KPIs TRACKED:</a:t>
            </a:r>
            <a:endParaRPr lang="en-US" sz="1200" b="1">
              <a:solidFill>
                <a:srgbClr val="F59E0B"/>
              </a:solidFill>
              <a:latin typeface="Inter Black"/>
              <a:ea typeface="Inter Black"/>
              <a:cs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A5D5C45E-2B08-0717-9227-582B7A26B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9" t="65114" r="3372" b="19156"/>
          <a:stretch>
            <a:fillRect/>
          </a:stretch>
        </p:blipFill>
        <p:spPr>
          <a:xfrm>
            <a:off x="508583" y="4410665"/>
            <a:ext cx="11271748" cy="1504056"/>
          </a:xfrm>
          <a:prstGeom prst="rect">
            <a:avLst/>
          </a:prstGeom>
        </p:spPr>
      </p:pic>
      <p:pic>
        <p:nvPicPr>
          <p:cNvPr id="202" name="Google Shape;20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055340"/>
            <a:ext cx="3587650" cy="1522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2025" y="1055340"/>
            <a:ext cx="3587799" cy="1522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0325" y="1055340"/>
            <a:ext cx="3587650" cy="1522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875" y="2767905"/>
            <a:ext cx="3587650" cy="1522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02025" y="2767905"/>
            <a:ext cx="3587799" cy="1522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0325" y="2767905"/>
            <a:ext cx="3587650" cy="1522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3875" y="6343650"/>
            <a:ext cx="111442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523875" y="64960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Boxify Analytics</a:t>
            </a:r>
            <a:endParaRPr/>
          </a:p>
        </p:txBody>
      </p:sp>
      <p:sp>
        <p:nvSpPr>
          <p:cNvPr id="211" name="Google Shape;211;p27"/>
          <p:cNvSpPr txBox="1"/>
          <p:nvPr/>
        </p:nvSpPr>
        <p:spPr>
          <a:xfrm>
            <a:off x="10737371" y="6495960"/>
            <a:ext cx="93075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3 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pic>
        <p:nvPicPr>
          <p:cNvPr id="212" name="Google Shape;212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8840" y="4676685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762000" y="1731615"/>
            <a:ext cx="311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984</a:t>
            </a:r>
            <a:endParaRPr/>
          </a:p>
        </p:txBody>
      </p:sp>
      <p:sp>
        <p:nvSpPr>
          <p:cNvPr id="214" name="Google Shape;214;p27"/>
          <p:cNvSpPr txBox="1"/>
          <p:nvPr/>
        </p:nvSpPr>
        <p:spPr>
          <a:xfrm>
            <a:off x="914400" y="2205930"/>
            <a:ext cx="2959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Eligible filtered customer history</a:t>
            </a:r>
            <a:endParaRPr/>
          </a:p>
        </p:txBody>
      </p:sp>
      <p:sp>
        <p:nvSpPr>
          <p:cNvPr id="215" name="Google Shape;215;p27"/>
          <p:cNvSpPr txBox="1"/>
          <p:nvPr/>
        </p:nvSpPr>
        <p:spPr>
          <a:xfrm>
            <a:off x="4540150" y="1731615"/>
            <a:ext cx="3111549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17.4%</a:t>
            </a:r>
            <a:endParaRPr/>
          </a:p>
        </p:txBody>
      </p:sp>
      <p:sp>
        <p:nvSpPr>
          <p:cNvPr id="216" name="Google Shape;216;p27"/>
          <p:cNvSpPr txBox="1"/>
          <p:nvPr/>
        </p:nvSpPr>
        <p:spPr>
          <a:xfrm>
            <a:off x="4683025" y="2205930"/>
            <a:ext cx="296867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207 total churned subscribers</a:t>
            </a:r>
            <a:endParaRPr/>
          </a:p>
        </p:txBody>
      </p:sp>
      <p:sp>
        <p:nvSpPr>
          <p:cNvPr id="217" name="Google Shape;217;p27"/>
          <p:cNvSpPr txBox="1"/>
          <p:nvPr/>
        </p:nvSpPr>
        <p:spPr>
          <a:xfrm>
            <a:off x="8318450" y="1731615"/>
            <a:ext cx="311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₹1.21M</a:t>
            </a:r>
            <a:endParaRPr/>
          </a:p>
        </p:txBody>
      </p:sp>
      <p:sp>
        <p:nvSpPr>
          <p:cNvPr id="218" name="Google Shape;218;p27"/>
          <p:cNvSpPr txBox="1"/>
          <p:nvPr/>
        </p:nvSpPr>
        <p:spPr>
          <a:xfrm>
            <a:off x="8489900" y="2205930"/>
            <a:ext cx="293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Directly impacts acquisition budget</a:t>
            </a:r>
            <a:endParaRPr/>
          </a:p>
        </p:txBody>
      </p:sp>
      <p:sp>
        <p:nvSpPr>
          <p:cNvPr id="219" name="Google Shape;219;p27"/>
          <p:cNvSpPr txBox="1"/>
          <p:nvPr/>
        </p:nvSpPr>
        <p:spPr>
          <a:xfrm>
            <a:off x="762000" y="3444180"/>
            <a:ext cx="311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₹12.60K</a:t>
            </a:r>
            <a:endParaRPr/>
          </a:p>
        </p:txBody>
      </p:sp>
      <p:sp>
        <p:nvSpPr>
          <p:cNvPr id="220" name="Google Shape;220;p27"/>
          <p:cNvSpPr txBox="1"/>
          <p:nvPr/>
        </p:nvSpPr>
        <p:spPr>
          <a:xfrm>
            <a:off x="933450" y="3918495"/>
            <a:ext cx="293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Total spent proxy per subscriber</a:t>
            </a:r>
            <a:endParaRPr/>
          </a:p>
        </p:txBody>
      </p:sp>
      <p:sp>
        <p:nvSpPr>
          <p:cNvPr id="221" name="Google Shape;221;p27"/>
          <p:cNvSpPr txBox="1"/>
          <p:nvPr/>
        </p:nvSpPr>
        <p:spPr>
          <a:xfrm>
            <a:off x="4540150" y="3444180"/>
            <a:ext cx="3111549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60.02</a:t>
            </a:r>
            <a:endParaRPr/>
          </a:p>
        </p:txBody>
      </p:sp>
      <p:sp>
        <p:nvSpPr>
          <p:cNvPr id="222" name="Google Shape;222;p27"/>
          <p:cNvSpPr txBox="1"/>
          <p:nvPr/>
        </p:nvSpPr>
        <p:spPr>
          <a:xfrm>
            <a:off x="4711600" y="3918495"/>
            <a:ext cx="294009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Active subscriber baseline</a:t>
            </a:r>
            <a:endParaRPr/>
          </a:p>
        </p:txBody>
      </p:sp>
      <p:sp>
        <p:nvSpPr>
          <p:cNvPr id="223" name="Google Shape;223;p27"/>
          <p:cNvSpPr txBox="1"/>
          <p:nvPr/>
        </p:nvSpPr>
        <p:spPr>
          <a:xfrm>
            <a:off x="8318450" y="3444180"/>
            <a:ext cx="3111400" cy="48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20.02 </a:t>
            </a:r>
            <a:r>
              <a:rPr lang="en-US" sz="285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Months</a:t>
            </a:r>
            <a:endParaRPr/>
          </a:p>
        </p:txBody>
      </p:sp>
      <p:sp>
        <p:nvSpPr>
          <p:cNvPr id="224" name="Google Shape;224;p27"/>
          <p:cNvSpPr txBox="1"/>
          <p:nvPr/>
        </p:nvSpPr>
        <p:spPr>
          <a:xfrm>
            <a:off x="8489900" y="3918495"/>
            <a:ext cx="293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Active tenure as of Feb 2026</a:t>
            </a:r>
            <a:endParaRPr/>
          </a:p>
        </p:txBody>
      </p:sp>
      <p:sp>
        <p:nvSpPr>
          <p:cNvPr id="225" name="Google Shape;225;p27"/>
          <p:cNvSpPr txBox="1"/>
          <p:nvPr/>
        </p:nvSpPr>
        <p:spPr>
          <a:xfrm>
            <a:off x="1214348" y="4718595"/>
            <a:ext cx="331739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>
                <a:solidFill>
                  <a:srgbClr val="F59E0B"/>
                </a:solidFill>
                <a:latin typeface="Inter Black"/>
                <a:ea typeface="Inter Black"/>
                <a:sym typeface="Lato"/>
              </a:rPr>
              <a:t>ANALYSIS FLOW</a:t>
            </a:r>
            <a:endParaRPr lang="en-US" sz="1200" b="1">
              <a:solidFill>
                <a:srgbClr val="F59E0B"/>
              </a:solidFill>
              <a:latin typeface="Inter Black"/>
              <a:ea typeface="Inter Black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862965" y="4899570"/>
            <a:ext cx="107823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55"/>
              </a:lnSpc>
            </a:pPr>
            <a:r>
              <a:rPr lang="en-US">
                <a:solidFill>
                  <a:srgbClr val="E2E8F0"/>
                </a:solidFill>
                <a:latin typeface="Poppins"/>
                <a:ea typeface="Lato"/>
                <a:cs typeface="Poppins"/>
              </a:rPr>
              <a:t>Customer Segment  → Engagement  → CLV &amp; Revenue Impact → Churn Risk Identification → Retention Campaign Strategy → Seasonal / Monthly Churn → Strategic Recommendations &amp; Action Plan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762000" y="1369665"/>
            <a:ext cx="184978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ACTIVE SUBSCRIBERS</a:t>
            </a:r>
            <a:endParaRPr/>
          </a:p>
        </p:txBody>
      </p:sp>
      <p:pic>
        <p:nvPicPr>
          <p:cNvPr id="228" name="Google Shape;228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530500" y="127441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2000" y="2220217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/>
          <p:nvPr/>
        </p:nvSpPr>
        <p:spPr>
          <a:xfrm>
            <a:off x="4540150" y="1369665"/>
            <a:ext cx="149929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OVERALL CHURN RATE</a:t>
            </a:r>
            <a:endParaRPr/>
          </a:p>
        </p:txBody>
      </p:sp>
      <p:pic>
        <p:nvPicPr>
          <p:cNvPr id="231" name="Google Shape;231;p2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308800" y="127441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40150" y="2220217"/>
            <a:ext cx="952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 txBox="1"/>
          <p:nvPr/>
        </p:nvSpPr>
        <p:spPr>
          <a:xfrm>
            <a:off x="8318450" y="1369665"/>
            <a:ext cx="141356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REVENUE LOST</a:t>
            </a:r>
            <a:endParaRPr/>
          </a:p>
        </p:txBody>
      </p:sp>
      <p:pic>
        <p:nvPicPr>
          <p:cNvPr id="234" name="Google Shape;234;p27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086951" y="127441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7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18450" y="2220217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7"/>
          <p:cNvSpPr txBox="1"/>
          <p:nvPr/>
        </p:nvSpPr>
        <p:spPr>
          <a:xfrm>
            <a:off x="762000" y="3082230"/>
            <a:ext cx="89356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AVERAGE CLV</a:t>
            </a:r>
            <a:endParaRPr/>
          </a:p>
        </p:txBody>
      </p:sp>
      <p:pic>
        <p:nvPicPr>
          <p:cNvPr id="237" name="Google Shape;237;p27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530500" y="298698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7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62000" y="3932783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/>
          <p:nvPr/>
        </p:nvSpPr>
        <p:spPr>
          <a:xfrm>
            <a:off x="4540150" y="308223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AVG ENGAGEMENT SCORE</a:t>
            </a:r>
            <a:endParaRPr/>
          </a:p>
        </p:txBody>
      </p:sp>
      <p:pic>
        <p:nvPicPr>
          <p:cNvPr id="240" name="Google Shape;240;p27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308800" y="298698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540150" y="3932783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7"/>
          <p:cNvSpPr txBox="1"/>
          <p:nvPr/>
        </p:nvSpPr>
        <p:spPr>
          <a:xfrm>
            <a:off x="8318450" y="3082230"/>
            <a:ext cx="20288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AVG SUBSCRIPTION DURATION</a:t>
            </a:r>
            <a:endParaRPr/>
          </a:p>
        </p:txBody>
      </p:sp>
      <p:pic>
        <p:nvPicPr>
          <p:cNvPr id="243" name="Google Shape;243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86951" y="298698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7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318450" y="3932783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606700" y="136966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394525" y="136966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7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1210776" y="136966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7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3625750" y="30822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7" descr="imag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413575" y="30822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7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1191726" y="308223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/>
          <p:nvPr/>
        </p:nvSpPr>
        <p:spPr>
          <a:xfrm>
            <a:off x="523875" y="428625"/>
            <a:ext cx="1114425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Executive KPI Performance Dashboard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59;p28" descr="image.png">
            <a:extLst>
              <a:ext uri="{FF2B5EF4-FFF2-40B4-BE49-F238E27FC236}">
                <a16:creationId xmlns:a16="http://schemas.microsoft.com/office/drawing/2014/main" id="{BB11096E-A97D-885A-C91A-1F76D881F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5" y="861635"/>
            <a:ext cx="5429250" cy="3120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591" y="3636465"/>
            <a:ext cx="5400496" cy="2803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6391275"/>
            <a:ext cx="111442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8"/>
          <p:cNvSpPr txBox="1"/>
          <p:nvPr/>
        </p:nvSpPr>
        <p:spPr>
          <a:xfrm>
            <a:off x="523875" y="6515100"/>
            <a:ext cx="1047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Boxify Analytics</a:t>
            </a:r>
            <a:endParaRPr/>
          </a:p>
        </p:txBody>
      </p:sp>
      <p:sp>
        <p:nvSpPr>
          <p:cNvPr id="263" name="Google Shape;263;p28"/>
          <p:cNvSpPr txBox="1"/>
          <p:nvPr/>
        </p:nvSpPr>
        <p:spPr>
          <a:xfrm>
            <a:off x="10636730" y="6529387"/>
            <a:ext cx="104569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4 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266" name="Google Shape;266;p28"/>
          <p:cNvSpPr txBox="1"/>
          <p:nvPr/>
        </p:nvSpPr>
        <p:spPr>
          <a:xfrm>
            <a:off x="942436" y="591880"/>
            <a:ext cx="494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350" b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Churned and Active Customers </a:t>
            </a:r>
            <a:r>
              <a:rPr lang="en-US" sz="135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by Subscription Plan</a:t>
            </a:r>
            <a:endParaRPr/>
          </a:p>
        </p:txBody>
      </p:sp>
      <p:sp>
        <p:nvSpPr>
          <p:cNvPr id="267" name="Google Shape;267;p28"/>
          <p:cNvSpPr txBox="1"/>
          <p:nvPr/>
        </p:nvSpPr>
        <p:spPr>
          <a:xfrm>
            <a:off x="1021871" y="3740522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 Regional Churn Hotspots</a:t>
            </a:r>
            <a:endParaRPr/>
          </a:p>
        </p:txBody>
      </p:sp>
      <p:pic>
        <p:nvPicPr>
          <p:cNvPr id="270" name="Google Shape;270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9818" y="634743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7648" y="3769006"/>
            <a:ext cx="133350" cy="15707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8"/>
          <p:cNvSpPr txBox="1"/>
          <p:nvPr/>
        </p:nvSpPr>
        <p:spPr>
          <a:xfrm>
            <a:off x="523875" y="155455"/>
            <a:ext cx="111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Q1: Which Customer Segments Have Highest Churn? (Plan &amp; Location)</a:t>
            </a:r>
            <a:endParaRPr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6219658-21C3-8B79-692B-AF47551227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1222132"/>
              </p:ext>
            </p:extLst>
          </p:nvPr>
        </p:nvGraphicFramePr>
        <p:xfrm>
          <a:off x="704489" y="866897"/>
          <a:ext cx="5405888" cy="2795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EC16856-696E-EAB7-2111-E7E4EE5E3F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7719126"/>
              </p:ext>
            </p:extLst>
          </p:nvPr>
        </p:nvGraphicFramePr>
        <p:xfrm>
          <a:off x="805132" y="3986782"/>
          <a:ext cx="5218981" cy="2536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4A119C7-E7B1-0E5F-056E-A04702C9D7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98130"/>
              </p:ext>
            </p:extLst>
          </p:nvPr>
        </p:nvGraphicFramePr>
        <p:xfrm>
          <a:off x="6297283" y="464388"/>
          <a:ext cx="5779697" cy="6346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207300"/>
            <a:ext cx="11144250" cy="188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4498" y="984795"/>
            <a:ext cx="5443627" cy="298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6391275"/>
            <a:ext cx="111442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9"/>
          <p:cNvSpPr txBox="1"/>
          <p:nvPr/>
        </p:nvSpPr>
        <p:spPr>
          <a:xfrm>
            <a:off x="523875" y="6515100"/>
            <a:ext cx="1047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Boxify Analytics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10651107" y="6529387"/>
            <a:ext cx="103132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5 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725924" y="4344186"/>
            <a:ext cx="1049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Business Impact / Recommendation</a:t>
            </a:r>
            <a:endParaRPr lang="en-US" sz="1800" b="1"/>
          </a:p>
        </p:txBody>
      </p:sp>
      <p:sp>
        <p:nvSpPr>
          <p:cNvPr id="317" name="Google Shape;317;p29"/>
          <p:cNvSpPr txBox="1"/>
          <p:nvPr/>
        </p:nvSpPr>
        <p:spPr>
          <a:xfrm>
            <a:off x="733246" y="4785090"/>
            <a:ext cx="10734854" cy="113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36–50 age group generates the highest absolute cancellation volume (81 users)</a:t>
            </a:r>
            <a:r>
              <a:rPr lang="en-US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representing </a:t>
            </a:r>
            <a:r>
              <a:rPr lang="en-US" b="0" i="0" u="none" strike="noStrike" cap="none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Boxify's</a:t>
            </a:r>
            <a:r>
              <a:rPr lang="en-US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highest-spending demographic. The </a:t>
            </a: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50+ segment faces the highest proportional churn rate at 19.5%</a:t>
            </a:r>
            <a:r>
              <a:rPr lang="en-US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(52 churned out of 266), highlighting the need for simplified onboarding.</a:t>
            </a:r>
          </a:p>
          <a:p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Female subscribers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 account for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 107 cancellations (~51.7%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 of total churned users),representing a slightly higher risk profile than males (95 cancellations).</a:t>
            </a:r>
          </a:p>
          <a:p>
            <a:pPr>
              <a:lnSpc>
                <a:spcPct val="81555"/>
              </a:lnSpc>
            </a:pPr>
            <a:endParaRPr lang="en-US">
              <a:solidFill>
                <a:srgbClr val="33415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1042898" y="1203870"/>
            <a:ext cx="491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Churn Breakdown Across Age Segments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6772275" y="1203870"/>
            <a:ext cx="491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Gender Churn Distribution</a:t>
            </a:r>
            <a:endParaRPr/>
          </a:p>
        </p:txBody>
      </p:sp>
      <p:pic>
        <p:nvPicPr>
          <p:cNvPr id="322" name="Google Shape;322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572" y="1203601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57950" y="1246733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9"/>
          <p:cNvSpPr txBox="1"/>
          <p:nvPr/>
        </p:nvSpPr>
        <p:spPr>
          <a:xfrm>
            <a:off x="1116761" y="1920043"/>
            <a:ext cx="4991100" cy="1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36-50 Years (365 Active / 81 Churned) </a:t>
            </a:r>
            <a:r>
              <a:rPr lang="en-US" sz="937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18.1% Churn (Max Volume)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1116761" y="1500224"/>
            <a:ext cx="4991100" cy="1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50+ Years (214 Active / 52 Churned) </a:t>
            </a:r>
            <a:r>
              <a:rPr lang="en-US" sz="937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19.5% Churn (Max Rate %)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1116761" y="2834443"/>
            <a:ext cx="4991100" cy="1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Under 25 Years (166 Active / 34 Churned) </a:t>
            </a:r>
            <a:r>
              <a:rPr lang="en-US" sz="937" b="1" i="0" u="none" strike="noStrike" cap="non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17.0% Churn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1116761" y="2371491"/>
            <a:ext cx="4991100" cy="1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25-35 Years (239 Active / 40 Churned) </a:t>
            </a:r>
            <a:r>
              <a:rPr lang="en-US" sz="937" b="1" i="0" u="none" strike="noStrike" cap="non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14.3% Churn (Most Stable)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523875" y="428625"/>
            <a:ext cx="111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Q1: Which Customer Segments Have Highest Churn? (Demographics)</a:t>
            </a:r>
            <a:endParaRPr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D8B5D06-2574-0D95-DDD6-AB8DFA8565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2679014"/>
              </p:ext>
            </p:extLst>
          </p:nvPr>
        </p:nvGraphicFramePr>
        <p:xfrm>
          <a:off x="733243" y="1398857"/>
          <a:ext cx="5218982" cy="2565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DB3B415-AE91-BF6F-FAFE-D9C57166F4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3469061"/>
              </p:ext>
            </p:extLst>
          </p:nvPr>
        </p:nvGraphicFramePr>
        <p:xfrm>
          <a:off x="6225397" y="1398857"/>
          <a:ext cx="5434639" cy="256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/>
          <p:nvPr/>
        </p:nvSpPr>
        <p:spPr>
          <a:xfrm>
            <a:off x="10679862" y="6529387"/>
            <a:ext cx="100256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6 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365" name="Google Shape;365;p30"/>
          <p:cNvSpPr txBox="1"/>
          <p:nvPr/>
        </p:nvSpPr>
        <p:spPr>
          <a:xfrm>
            <a:off x="6151664" y="768313"/>
            <a:ext cx="3030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>
                <a:solidFill>
                  <a:srgbClr val="0F172A"/>
                </a:solidFill>
                <a:latin typeface="Poppins SemiBold"/>
                <a:cs typeface="Poppins SemiBold"/>
              </a:rPr>
              <a:t>Churned Customers by Engagement Score</a:t>
            </a:r>
          </a:p>
        </p:txBody>
      </p:sp>
      <p:sp>
        <p:nvSpPr>
          <p:cNvPr id="402" name="Google Shape;402;p30"/>
          <p:cNvSpPr txBox="1"/>
          <p:nvPr/>
        </p:nvSpPr>
        <p:spPr>
          <a:xfrm>
            <a:off x="207573" y="202613"/>
            <a:ext cx="111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Q2: How Does Engagement Level Correlate with Customer Churn?</a:t>
            </a:r>
            <a:endParaRPr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ECD1732-E8A4-0532-1DDE-41C43FD5A2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6687190"/>
              </p:ext>
            </p:extLst>
          </p:nvPr>
        </p:nvGraphicFramePr>
        <p:xfrm>
          <a:off x="0" y="1027345"/>
          <a:ext cx="5781040" cy="3064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Google Shape;364;p30">
            <a:extLst>
              <a:ext uri="{FF2B5EF4-FFF2-40B4-BE49-F238E27FC236}">
                <a16:creationId xmlns:a16="http://schemas.microsoft.com/office/drawing/2014/main" id="{3D3191EB-1548-BEDC-2AE3-C72BCE9F2881}"/>
              </a:ext>
            </a:extLst>
          </p:cNvPr>
          <p:cNvSpPr txBox="1"/>
          <p:nvPr/>
        </p:nvSpPr>
        <p:spPr>
          <a:xfrm>
            <a:off x="463310" y="809992"/>
            <a:ext cx="49605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Engagement Score vs. Subscription Months</a:t>
            </a:r>
            <a:endParaRPr lang="en-US"/>
          </a:p>
        </p:txBody>
      </p:sp>
      <p:pic>
        <p:nvPicPr>
          <p:cNvPr id="4" name="Google Shape;368;p30" descr="image.png">
            <a:extLst>
              <a:ext uri="{FF2B5EF4-FFF2-40B4-BE49-F238E27FC236}">
                <a16:creationId xmlns:a16="http://schemas.microsoft.com/office/drawing/2014/main" id="{75505A87-86EE-5687-AE48-C17CF5E0E57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0988" y="842249"/>
            <a:ext cx="171450" cy="17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9AC935E-82EE-A6FD-02EB-7221C3E254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221781"/>
              </p:ext>
            </p:extLst>
          </p:nvPr>
        </p:nvGraphicFramePr>
        <p:xfrm>
          <a:off x="5781040" y="1193165"/>
          <a:ext cx="3058160" cy="2896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FA02AEA-E7D4-28F9-9C25-908A0D2909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3440211"/>
              </p:ext>
            </p:extLst>
          </p:nvPr>
        </p:nvGraphicFramePr>
        <p:xfrm>
          <a:off x="8849360" y="1193165"/>
          <a:ext cx="3342640" cy="2917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8" name="Google Shape;365;p30">
            <a:extLst>
              <a:ext uri="{FF2B5EF4-FFF2-40B4-BE49-F238E27FC236}">
                <a16:creationId xmlns:a16="http://schemas.microsoft.com/office/drawing/2014/main" id="{C2F18418-3C6E-5EA0-8EB6-0BEB6F591E2D}"/>
              </a:ext>
            </a:extLst>
          </p:cNvPr>
          <p:cNvSpPr txBox="1"/>
          <p:nvPr/>
        </p:nvSpPr>
        <p:spPr>
          <a:xfrm>
            <a:off x="9159023" y="768313"/>
            <a:ext cx="3030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>
                <a:solidFill>
                  <a:srgbClr val="0F172A"/>
                </a:solidFill>
                <a:latin typeface="Poppins SemiBold"/>
                <a:cs typeface="Poppins SemiBold"/>
              </a:rPr>
              <a:t>Churned Customers by Subscription Months</a:t>
            </a:r>
          </a:p>
        </p:txBody>
      </p:sp>
      <p:pic>
        <p:nvPicPr>
          <p:cNvPr id="9" name="Google Shape;368;p30" descr="image.png">
            <a:extLst>
              <a:ext uri="{FF2B5EF4-FFF2-40B4-BE49-F238E27FC236}">
                <a16:creationId xmlns:a16="http://schemas.microsoft.com/office/drawing/2014/main" id="{72D91612-6117-9E32-76EE-F2C680A1534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29342" y="84109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16;p33" descr="image.png">
            <a:extLst>
              <a:ext uri="{FF2B5EF4-FFF2-40B4-BE49-F238E27FC236}">
                <a16:creationId xmlns:a16="http://schemas.microsoft.com/office/drawing/2014/main" id="{BF73A40D-FBB9-DB68-24CF-A7C0695E3DF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58885" y="81213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09;p33" descr="image.png">
            <a:extLst>
              <a:ext uri="{FF2B5EF4-FFF2-40B4-BE49-F238E27FC236}">
                <a16:creationId xmlns:a16="http://schemas.microsoft.com/office/drawing/2014/main" id="{C7CDE3DC-C948-63DE-1F38-9E37D65E2B9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0104" y="4099208"/>
            <a:ext cx="3536379" cy="160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510;p33" descr="image.png">
            <a:extLst>
              <a:ext uri="{FF2B5EF4-FFF2-40B4-BE49-F238E27FC236}">
                <a16:creationId xmlns:a16="http://schemas.microsoft.com/office/drawing/2014/main" id="{507F113F-1B0F-9975-C460-A581A3EC129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07367" y="4099205"/>
            <a:ext cx="3536380" cy="1608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454;p32" descr="image.png">
            <a:extLst>
              <a:ext uri="{FF2B5EF4-FFF2-40B4-BE49-F238E27FC236}">
                <a16:creationId xmlns:a16="http://schemas.microsoft.com/office/drawing/2014/main" id="{E94E8F83-197C-582C-F437-A1A5189BBFBC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 t="-118" r="41667" b="444"/>
          <a:stretch>
            <a:fillRect/>
          </a:stretch>
        </p:blipFill>
        <p:spPr>
          <a:xfrm>
            <a:off x="8158254" y="4097270"/>
            <a:ext cx="3908739" cy="16140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537;p34">
            <a:extLst>
              <a:ext uri="{FF2B5EF4-FFF2-40B4-BE49-F238E27FC236}">
                <a16:creationId xmlns:a16="http://schemas.microsoft.com/office/drawing/2014/main" id="{199D38FA-D0C3-1ABA-5A83-B0FA81024240}"/>
              </a:ext>
            </a:extLst>
          </p:cNvPr>
          <p:cNvSpPr txBox="1"/>
          <p:nvPr/>
        </p:nvSpPr>
        <p:spPr>
          <a:xfrm>
            <a:off x="8296274" y="4178536"/>
            <a:ext cx="34964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>
                <a:solidFill>
                  <a:srgbClr val="1E40AF"/>
                </a:solidFill>
                <a:latin typeface="Poppins SemiBold"/>
                <a:ea typeface="Lato"/>
                <a:cs typeface="Poppins SemiBold"/>
                <a:sym typeface="Lato"/>
              </a:rPr>
              <a:t>Early Tenure Is A Key Churn Window</a:t>
            </a:r>
            <a:endParaRPr lang="en-US"/>
          </a:p>
        </p:txBody>
      </p:sp>
      <p:sp>
        <p:nvSpPr>
          <p:cNvPr id="21" name="Google Shape;518;p33">
            <a:extLst>
              <a:ext uri="{FF2B5EF4-FFF2-40B4-BE49-F238E27FC236}">
                <a16:creationId xmlns:a16="http://schemas.microsoft.com/office/drawing/2014/main" id="{D726F7F7-712E-E7F1-6B4B-2B0C920E86F2}"/>
              </a:ext>
            </a:extLst>
          </p:cNvPr>
          <p:cNvSpPr txBox="1"/>
          <p:nvPr/>
        </p:nvSpPr>
        <p:spPr>
          <a:xfrm>
            <a:off x="467995" y="4174736"/>
            <a:ext cx="320381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EF4444"/>
                </a:solidFill>
                <a:latin typeface="Poppins SemiBold"/>
                <a:ea typeface="Calibri"/>
                <a:cs typeface="Poppins SemiBold"/>
                <a:sym typeface="Poppins"/>
              </a:rPr>
              <a:t>Churn Spans The Engagement Spectrum</a:t>
            </a:r>
            <a:endParaRPr lang="en-US"/>
          </a:p>
        </p:txBody>
      </p:sp>
      <p:sp>
        <p:nvSpPr>
          <p:cNvPr id="23" name="Google Shape;518;p33">
            <a:extLst>
              <a:ext uri="{FF2B5EF4-FFF2-40B4-BE49-F238E27FC236}">
                <a16:creationId xmlns:a16="http://schemas.microsoft.com/office/drawing/2014/main" id="{C128CDE1-B506-DC77-94B0-BB047A22EBB1}"/>
              </a:ext>
            </a:extLst>
          </p:cNvPr>
          <p:cNvSpPr txBox="1"/>
          <p:nvPr/>
        </p:nvSpPr>
        <p:spPr>
          <a:xfrm>
            <a:off x="4511291" y="4174735"/>
            <a:ext cx="33358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chemeClr val="bg1">
                    <a:lumMod val="49000"/>
                  </a:schemeClr>
                </a:solidFill>
                <a:latin typeface="Poppins SemiBold"/>
                <a:ea typeface="Calibri"/>
                <a:cs typeface="Poppins SemiBold"/>
                <a:sym typeface="Poppins"/>
              </a:rPr>
              <a:t>Churn Volume Concentrates At Mid-low Engagement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9E3069-9FFD-21D8-5269-DF7E861D3CD9}"/>
              </a:ext>
            </a:extLst>
          </p:cNvPr>
          <p:cNvSpPr txBox="1"/>
          <p:nvPr/>
        </p:nvSpPr>
        <p:spPr>
          <a:xfrm>
            <a:off x="457200" y="4617720"/>
            <a:ext cx="35052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Churned customers are present across all engagement bands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, including 80+, indicating that engagement alone cannot explain churn.</a:t>
            </a: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FEA84-971F-F4FE-2F66-21847C7836F8}"/>
              </a:ext>
            </a:extLst>
          </p:cNvPr>
          <p:cNvSpPr txBox="1"/>
          <p:nvPr/>
        </p:nvSpPr>
        <p:spPr>
          <a:xfrm>
            <a:off x="4439920" y="4648200"/>
            <a:ext cx="319024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The 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21–40 engagement band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 has the 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highest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 number of 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churned customers (70)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, followed by 61–80 (53) and 41–60 (50).</a:t>
            </a:r>
            <a:endParaRPr lang="en-US"/>
          </a:p>
          <a:p>
            <a:pPr marL="285750" indent="-285750" algn="ctr">
              <a:buFont typeface="Wingdings"/>
              <a:buChar char="ü"/>
            </a:pP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5B04FC-2096-F91E-EB06-1922188EADFA}"/>
              </a:ext>
            </a:extLst>
          </p:cNvPr>
          <p:cNvSpPr txBox="1"/>
          <p:nvPr/>
        </p:nvSpPr>
        <p:spPr>
          <a:xfrm>
            <a:off x="8300720" y="4648200"/>
            <a:ext cx="349504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67 churned customers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 fall within the 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first 3 months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, the highest volume among tenure bands; churn remains present through 13–24 months.</a:t>
            </a:r>
            <a:endParaRPr lang="en-US"/>
          </a:p>
          <a:p>
            <a:pPr marL="285750" indent="-285750" algn="ctr">
              <a:buFont typeface="Wingdings"/>
              <a:buChar char="ü"/>
            </a:pP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4A5544-9F10-B2E5-4354-B8C77C163D65}"/>
              </a:ext>
            </a:extLst>
          </p:cNvPr>
          <p:cNvSpPr txBox="1"/>
          <p:nvPr/>
        </p:nvSpPr>
        <p:spPr>
          <a:xfrm>
            <a:off x="375920" y="5806440"/>
            <a:ext cx="11673840" cy="553998"/>
          </a:xfrm>
          <a:prstGeom prst="rect">
            <a:avLst/>
          </a:prstGeom>
          <a:noFill/>
          <a:ln w="28575">
            <a:solidFill>
              <a:srgbClr val="F59E0B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334155"/>
                </a:solidFill>
                <a:latin typeface="Poppins SemiBold"/>
                <a:ea typeface="Lato"/>
                <a:cs typeface="Poppins SemiBold"/>
              </a:rPr>
              <a:t>Executive Takeaway: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 Engagement is an 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important churn signal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, but it is 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not sufficient on its own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</a:rPr>
              <a:t>. The 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</a:rPr>
              <a:t>concentration of churn among shorter-tenure customers suggests that retention efforts should combine engagement monitoring with early-lifecycle interventions.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409;p31" descr="image.png">
            <a:extLst>
              <a:ext uri="{FF2B5EF4-FFF2-40B4-BE49-F238E27FC236}">
                <a16:creationId xmlns:a16="http://schemas.microsoft.com/office/drawing/2014/main" id="{DE9C94B1-ACB7-44C7-0EEB-A45B7B45BF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0403" y="977229"/>
            <a:ext cx="5243878" cy="283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5596063"/>
            <a:ext cx="11144250" cy="759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948476"/>
            <a:ext cx="5287010" cy="283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738" y="4016411"/>
            <a:ext cx="5128667" cy="133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2155" y="4009766"/>
            <a:ext cx="5642610" cy="1346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875" y="6391275"/>
            <a:ext cx="111442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1"/>
          <p:cNvSpPr txBox="1"/>
          <p:nvPr/>
        </p:nvSpPr>
        <p:spPr>
          <a:xfrm>
            <a:off x="523875" y="6515100"/>
            <a:ext cx="1047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Boxify Analytics</a:t>
            </a:r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10536088" y="6529387"/>
            <a:ext cx="11463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7 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768481" y="5601062"/>
            <a:ext cx="1049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00" b="1" i="0" u="none" strike="noStrike" cap="non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Business Impact / Recommendation</a:t>
            </a:r>
            <a:endParaRPr lang="en-US" sz="1600" b="1">
              <a:ea typeface="Lato"/>
            </a:endParaRPr>
          </a:p>
        </p:txBody>
      </p:sp>
      <p:sp>
        <p:nvSpPr>
          <p:cNvPr id="417" name="Google Shape;417;p31"/>
          <p:cNvSpPr txBox="1"/>
          <p:nvPr/>
        </p:nvSpPr>
        <p:spPr>
          <a:xfrm>
            <a:off x="762000" y="5925989"/>
            <a:ext cx="10706100" cy="353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81555"/>
              </a:lnSpc>
            </a:pPr>
            <a:r>
              <a:rPr lang="en-US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Active subscribers generate an average CLV of </a:t>
            </a: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₹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14.02K</a:t>
            </a: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across 20.02 months</a:t>
            </a:r>
            <a:r>
              <a:rPr lang="en-US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whereas churned subscribers average only </a:t>
            </a: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₹5.85K before early cancellation</a:t>
            </a:r>
            <a:r>
              <a:rPr lang="en-US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This ₹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8.17K</a:t>
            </a:r>
            <a:r>
              <a:rPr lang="en-US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CLV gap accounts for a revenue loss of </a:t>
            </a: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₹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1.22</a:t>
            </a: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Million across 207 churned users</a:t>
            </a:r>
            <a:r>
              <a:rPr lang="en-US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/>
          </a:p>
        </p:txBody>
      </p:sp>
      <p:sp>
        <p:nvSpPr>
          <p:cNvPr id="418" name="Google Shape;418;p31"/>
          <p:cNvSpPr txBox="1"/>
          <p:nvPr/>
        </p:nvSpPr>
        <p:spPr>
          <a:xfrm>
            <a:off x="1057275" y="1002286"/>
            <a:ext cx="4565644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Financial Metrics: Active vs. Churned</a:t>
            </a:r>
            <a:endParaRPr/>
          </a:p>
        </p:txBody>
      </p:sp>
      <p:graphicFrame>
        <p:nvGraphicFramePr>
          <p:cNvPr id="419" name="Google Shape;419;p31"/>
          <p:cNvGraphicFramePr/>
          <p:nvPr>
            <p:extLst>
              <p:ext uri="{D42A27DB-BD31-4B8C-83A1-F6EECF244321}">
                <p14:modId xmlns:p14="http://schemas.microsoft.com/office/powerpoint/2010/main" val="546512038"/>
              </p:ext>
            </p:extLst>
          </p:nvPr>
        </p:nvGraphicFramePr>
        <p:xfrm>
          <a:off x="742950" y="1376106"/>
          <a:ext cx="4908237" cy="2270552"/>
        </p:xfrm>
        <a:graphic>
          <a:graphicData uri="http://schemas.openxmlformats.org/drawingml/2006/table">
            <a:tbl>
              <a:tblPr firstRow="1" bandRow="1">
                <a:noFill/>
                <a:tableStyleId>{C3EDFE15-7CBC-487D-B2AF-382A8A6E509C}</a:tableStyleId>
              </a:tblPr>
              <a:tblGrid>
                <a:gridCol w="1548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76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Subscriber Status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 Count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Revenue Share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CLV (Spent)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6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050" b="1" i="0" u="none" strike="noStrike" cap="none">
                          <a:solidFill>
                            <a:schemeClr val="accent3">
                              <a:lumMod val="49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Active Subscribers</a:t>
                      </a:r>
                      <a:endParaRPr sz="1050">
                        <a:solidFill>
                          <a:schemeClr val="accent3">
                            <a:lumMod val="49000"/>
                          </a:schemeClr>
                        </a:solidFill>
                      </a:endParaRPr>
                    </a:p>
                  </a:txBody>
                  <a:tcPr marL="2762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984 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(82.6%)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13.79M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accent3">
                              <a:lumMod val="49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</a:t>
                      </a:r>
                      <a:r>
                        <a:rPr lang="en-US" sz="1050" b="1" i="0" u="none" strike="noStrike" cap="none">
                          <a:solidFill>
                            <a:schemeClr val="accent3">
                              <a:lumMod val="49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14.02K</a:t>
                      </a:r>
                      <a:endParaRPr sz="1050">
                        <a:solidFill>
                          <a:schemeClr val="accent3">
                            <a:lumMod val="49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6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Churned Subscribers</a:t>
                      </a:r>
                      <a:endParaRPr sz="1050"/>
                    </a:p>
                  </a:txBody>
                  <a:tcPr marL="2762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207 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(17.4%)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1.22M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(Associated)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₹5.85K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6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Overall Baseline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1,191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(100%)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15.01M</a:t>
                      </a: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₹12.60K</a:t>
                      </a:r>
                      <a:endParaRPr sz="10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21" name="Google Shape;421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2950" y="1023507"/>
            <a:ext cx="204698" cy="214581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1"/>
          <p:cNvSpPr txBox="1"/>
          <p:nvPr/>
        </p:nvSpPr>
        <p:spPr>
          <a:xfrm>
            <a:off x="684542" y="4060045"/>
            <a:ext cx="32122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₹</a:t>
            </a:r>
            <a:r>
              <a:rPr lang="en-US" sz="1600" b="1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1.22</a:t>
            </a:r>
            <a:r>
              <a:rPr lang="en-US" sz="1600" b="1" i="0" u="none" strike="noStrike" cap="non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Million Revenue Erosion</a:t>
            </a:r>
            <a:endParaRPr sz="1600"/>
          </a:p>
        </p:txBody>
      </p:sp>
      <p:sp>
        <p:nvSpPr>
          <p:cNvPr id="427" name="Google Shape;427;p31"/>
          <p:cNvSpPr txBox="1"/>
          <p:nvPr/>
        </p:nvSpPr>
        <p:spPr>
          <a:xfrm>
            <a:off x="695325" y="4306619"/>
            <a:ext cx="469844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Cancellations are associated with ₹1.22M in revenue from churned customers, highlighting the revenue value tied to customer retention.</a:t>
            </a:r>
            <a:endParaRPr lang="en-US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8" name="Google Shape;428;p31"/>
          <p:cNvSpPr txBox="1"/>
          <p:nvPr/>
        </p:nvSpPr>
        <p:spPr>
          <a:xfrm>
            <a:off x="5997863" y="4063753"/>
            <a:ext cx="4595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₹</a:t>
            </a:r>
            <a:r>
              <a:rPr lang="en-US" sz="1600" b="1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8,171</a:t>
            </a:r>
            <a:r>
              <a:rPr lang="en-US" sz="16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CLV Opportunity Gap</a:t>
            </a:r>
            <a:endParaRPr sz="1800"/>
          </a:p>
        </p:txBody>
      </p:sp>
      <p:sp>
        <p:nvSpPr>
          <p:cNvPr id="429" name="Google Shape;429;p31"/>
          <p:cNvSpPr txBox="1"/>
          <p:nvPr/>
        </p:nvSpPr>
        <p:spPr>
          <a:xfrm>
            <a:off x="5956480" y="4301700"/>
            <a:ext cx="554172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Churned subscribers</a:t>
            </a: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' CLV is about</a:t>
            </a:r>
            <a:r>
              <a:rPr lang="en-US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41.7%</a:t>
            </a:r>
            <a:r>
              <a:rPr lang="en-US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of </a:t>
            </a: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average </a:t>
            </a:r>
            <a:r>
              <a:rPr lang="en-US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CLV</a:t>
            </a: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highlighting significant value lost through early cancellation</a:t>
            </a:r>
            <a:r>
              <a:rPr lang="en-US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 Extending subscriber lifetime can therefore unlock additional customer value.</a:t>
            </a:r>
            <a:endParaRPr lang="en-US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444" name="Google Shape;444;p3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3168" y="2097825"/>
            <a:ext cx="161925" cy="12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8791" y="2560189"/>
            <a:ext cx="161925" cy="128587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1"/>
          <p:cNvSpPr txBox="1"/>
          <p:nvPr/>
        </p:nvSpPr>
        <p:spPr>
          <a:xfrm>
            <a:off x="523875" y="428625"/>
            <a:ext cx="111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Q3: What Is the Average Lifetime Value (CLV) of Churned vs Active Customers?</a:t>
            </a:r>
            <a:endParaRPr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D2A3971-9EFD-6B80-0EAC-D1C146C0E1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130432"/>
              </p:ext>
            </p:extLst>
          </p:nvPr>
        </p:nvGraphicFramePr>
        <p:xfrm>
          <a:off x="6004560" y="1324286"/>
          <a:ext cx="5455726" cy="2596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" name="Google Shape;418;p31">
            <a:extLst>
              <a:ext uri="{FF2B5EF4-FFF2-40B4-BE49-F238E27FC236}">
                <a16:creationId xmlns:a16="http://schemas.microsoft.com/office/drawing/2014/main" id="{DBC120BF-A75B-6595-72EC-C33391B2A6C8}"/>
              </a:ext>
            </a:extLst>
          </p:cNvPr>
          <p:cNvSpPr txBox="1"/>
          <p:nvPr/>
        </p:nvSpPr>
        <p:spPr>
          <a:xfrm>
            <a:off x="6089350" y="976873"/>
            <a:ext cx="4910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Active</a:t>
            </a:r>
            <a:r>
              <a:rPr lang="en-US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vs. </a:t>
            </a:r>
            <a:r>
              <a:rPr lang="en-US" b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Churned: CLV &amp; Revenue Comparison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252" y="3898682"/>
            <a:ext cx="11129873" cy="2372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762" y="1363414"/>
            <a:ext cx="357500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08425" y="1363414"/>
            <a:ext cx="357500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2975" y="1363414"/>
            <a:ext cx="3575149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875" y="6391275"/>
            <a:ext cx="111442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2"/>
          <p:cNvSpPr txBox="1"/>
          <p:nvPr/>
        </p:nvSpPr>
        <p:spPr>
          <a:xfrm>
            <a:off x="523875" y="984795"/>
            <a:ext cx="11144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46"/>
              </a:lnSpc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Rule-based </a:t>
            </a: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risk-screening 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framework</a:t>
            </a: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 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identifying high-risk subscribers prior to explicit cancellation requests.</a:t>
            </a:r>
            <a:endParaRPr lang="en-US" sz="1200">
              <a:latin typeface="Lato"/>
              <a:ea typeface="Lato"/>
              <a:cs typeface="Lato"/>
            </a:endParaRPr>
          </a:p>
        </p:txBody>
      </p:sp>
      <p:sp>
        <p:nvSpPr>
          <p:cNvPr id="464" name="Google Shape;464;p32"/>
          <p:cNvSpPr txBox="1"/>
          <p:nvPr/>
        </p:nvSpPr>
        <p:spPr>
          <a:xfrm>
            <a:off x="523875" y="6515100"/>
            <a:ext cx="1047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Boxify Analytics</a:t>
            </a:r>
            <a:endParaRPr/>
          </a:p>
        </p:txBody>
      </p:sp>
      <p:sp>
        <p:nvSpPr>
          <p:cNvPr id="465" name="Google Shape;465;p32"/>
          <p:cNvSpPr txBox="1"/>
          <p:nvPr/>
        </p:nvSpPr>
        <p:spPr>
          <a:xfrm>
            <a:off x="10737371" y="6529387"/>
            <a:ext cx="9163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8 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466" name="Google Shape;466;p32"/>
          <p:cNvSpPr txBox="1"/>
          <p:nvPr/>
        </p:nvSpPr>
        <p:spPr>
          <a:xfrm>
            <a:off x="768481" y="4021191"/>
            <a:ext cx="1049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800" b="1" i="0" u="none" strike="noStrike" cap="non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Business Impact / Recommendation</a:t>
            </a:r>
            <a:endParaRPr lang="en-US" sz="1800" b="1"/>
          </a:p>
        </p:txBody>
      </p:sp>
      <p:sp>
        <p:nvSpPr>
          <p:cNvPr id="467" name="Google Shape;467;p32"/>
          <p:cNvSpPr txBox="1"/>
          <p:nvPr/>
        </p:nvSpPr>
        <p:spPr>
          <a:xfrm>
            <a:off x="762000" y="4418962"/>
            <a:ext cx="10706100" cy="171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81555"/>
              </a:lnSpc>
              <a:buFont typeface="Wingdings"/>
              <a:buChar char="ü"/>
            </a:pPr>
            <a:r>
              <a:rPr lang="en-US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Yes. Subscribers meeting 3 or more risk conditions</a:t>
            </a: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:—</a:t>
            </a:r>
            <a:endParaRPr lang="en-US" sz="2400">
              <a:ea typeface="Lato"/>
            </a:endParaRPr>
          </a:p>
          <a:p>
            <a:pPr marL="742950" lvl="1" indent="-285750">
              <a:lnSpc>
                <a:spcPct val="81555"/>
              </a:lnSpc>
              <a:buFont typeface="Courier New"/>
              <a:buChar char="o"/>
            </a:pP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Engagement &lt; 40 </a:t>
            </a:r>
            <a:endParaRPr lang="en-US" sz="2400">
              <a:ea typeface="Lato"/>
            </a:endParaRPr>
          </a:p>
          <a:p>
            <a:pPr marL="742950" lvl="1" indent="-285750">
              <a:lnSpc>
                <a:spcPct val="81555"/>
              </a:lnSpc>
              <a:buFont typeface="Courier New"/>
              <a:buChar char="o"/>
            </a:pP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Monthly Plan</a:t>
            </a:r>
            <a:endParaRPr lang="en-US" sz="2400">
              <a:ea typeface="Lato"/>
            </a:endParaRPr>
          </a:p>
          <a:p>
            <a:pPr marL="742950" lvl="1" indent="-285750">
              <a:lnSpc>
                <a:spcPct val="81555"/>
              </a:lnSpc>
              <a:buFont typeface="Courier New"/>
              <a:buChar char="o"/>
            </a:pP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Age </a:t>
            </a: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36–50</a:t>
            </a:r>
            <a:endParaRPr lang="en-US" sz="2400">
              <a:ea typeface="Lato"/>
            </a:endParaRPr>
          </a:p>
          <a:p>
            <a:pPr marL="742950" lvl="1" indent="-285750">
              <a:lnSpc>
                <a:spcPct val="81555"/>
              </a:lnSpc>
              <a:buFont typeface="Courier New"/>
              <a:buChar char="o"/>
            </a:pPr>
            <a:r>
              <a:rPr lang="en-US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Tenure</a:t>
            </a:r>
            <a:r>
              <a:rPr lang="en-US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&lt; 6 Months</a:t>
            </a:r>
            <a:endParaRPr lang="en-US" sz="2400">
              <a:ea typeface="Lato"/>
            </a:endParaRPr>
          </a:p>
          <a:p>
            <a:pPr>
              <a:lnSpc>
                <a:spcPct val="81555"/>
              </a:lnSpc>
            </a:pP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       shows a 41.7% observed churn rate versus 18.0% overall, supporting a rule-based risk-screening framework. </a:t>
            </a:r>
            <a:endParaRPr lang="en-US" sz="2400">
              <a:ea typeface="Lato"/>
            </a:endParaRPr>
          </a:p>
          <a:p>
            <a:pPr marL="285750" indent="-285750">
              <a:lnSpc>
                <a:spcPct val="81555"/>
              </a:lnSpc>
              <a:buFont typeface="Wingdings"/>
              <a:buChar char="ü"/>
            </a:pPr>
            <a:endParaRPr lang="en-US">
              <a:solidFill>
                <a:srgbClr val="334155"/>
              </a:solidFill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81555"/>
              </a:lnSpc>
              <a:buFont typeface="Wingdings"/>
              <a:buChar char="ü"/>
            </a:pPr>
            <a: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However, engagement should be combined with plan, tenure, and demographic signals rather than used alone.</a:t>
            </a:r>
            <a:br>
              <a:rPr lang="en-US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endParaRPr lang="en-US" sz="2400">
              <a:ea typeface="Lato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742950" y="1881329"/>
            <a:ext cx="32937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At-Risk Monthly Subscriber</a:t>
            </a:r>
            <a:endParaRPr sz="1800"/>
          </a:p>
        </p:txBody>
      </p:sp>
      <p:sp>
        <p:nvSpPr>
          <p:cNvPr id="469" name="Google Shape;469;p32"/>
          <p:cNvSpPr txBox="1"/>
          <p:nvPr/>
        </p:nvSpPr>
        <p:spPr>
          <a:xfrm>
            <a:off x="4527500" y="1881329"/>
            <a:ext cx="32937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Regional Senior Cohort</a:t>
            </a:r>
            <a:endParaRPr sz="1800"/>
          </a:p>
        </p:txBody>
      </p:sp>
      <p:sp>
        <p:nvSpPr>
          <p:cNvPr id="470" name="Google Shape;470;p32"/>
          <p:cNvSpPr txBox="1"/>
          <p:nvPr/>
        </p:nvSpPr>
        <p:spPr>
          <a:xfrm>
            <a:off x="8312050" y="1881329"/>
            <a:ext cx="32937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VIP Loyal Champion</a:t>
            </a:r>
            <a:endParaRPr sz="1800"/>
          </a:p>
        </p:txBody>
      </p:sp>
      <p:pic>
        <p:nvPicPr>
          <p:cNvPr id="473" name="Google Shape;473;p3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27400" y="156298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2"/>
          <p:cNvSpPr txBox="1"/>
          <p:nvPr/>
        </p:nvSpPr>
        <p:spPr>
          <a:xfrm>
            <a:off x="952500" y="2230189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Engagement Score &lt; 40</a:t>
            </a:r>
            <a:endParaRPr sz="1800"/>
          </a:p>
        </p:txBody>
      </p:sp>
      <p:sp>
        <p:nvSpPr>
          <p:cNvPr id="475" name="Google Shape;475;p32"/>
          <p:cNvSpPr txBox="1"/>
          <p:nvPr/>
        </p:nvSpPr>
        <p:spPr>
          <a:xfrm>
            <a:off x="952500" y="2525464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Subscription Type = Monthly</a:t>
            </a:r>
            <a:endParaRPr sz="1800"/>
          </a:p>
        </p:txBody>
      </p:sp>
      <p:sp>
        <p:nvSpPr>
          <p:cNvPr id="476" name="Google Shape;476;p32"/>
          <p:cNvSpPr txBox="1"/>
          <p:nvPr/>
        </p:nvSpPr>
        <p:spPr>
          <a:xfrm>
            <a:off x="952500" y="2820739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Tenure &lt; 6 Months</a:t>
            </a:r>
            <a:endParaRPr sz="1800"/>
          </a:p>
        </p:txBody>
      </p:sp>
      <p:sp>
        <p:nvSpPr>
          <p:cNvPr id="477" name="Google Shape;477;p32"/>
          <p:cNvSpPr txBox="1"/>
          <p:nvPr/>
        </p:nvSpPr>
        <p:spPr>
          <a:xfrm>
            <a:off x="952500" y="3116014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 Segment: 36–50 Years</a:t>
            </a:r>
            <a:endParaRPr sz="1800"/>
          </a:p>
        </p:txBody>
      </p:sp>
      <p:pic>
        <p:nvPicPr>
          <p:cNvPr id="479" name="Google Shape;479;p3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97573" y="156298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2"/>
          <p:cNvSpPr txBox="1"/>
          <p:nvPr/>
        </p:nvSpPr>
        <p:spPr>
          <a:xfrm>
            <a:off x="4737050" y="2230189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 Segment: 50+ Years</a:t>
            </a:r>
            <a:endParaRPr sz="1800"/>
          </a:p>
        </p:txBody>
      </p:sp>
      <p:sp>
        <p:nvSpPr>
          <p:cNvPr id="481" name="Google Shape;481;p32"/>
          <p:cNvSpPr txBox="1"/>
          <p:nvPr/>
        </p:nvSpPr>
        <p:spPr>
          <a:xfrm>
            <a:off x="4737050" y="2525464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Location: Chennai / Hyderabad</a:t>
            </a:r>
            <a:endParaRPr sz="1800"/>
          </a:p>
        </p:txBody>
      </p:sp>
      <p:sp>
        <p:nvSpPr>
          <p:cNvPr id="482" name="Google Shape;482;p32"/>
          <p:cNvSpPr txBox="1"/>
          <p:nvPr/>
        </p:nvSpPr>
        <p:spPr>
          <a:xfrm>
            <a:off x="4737050" y="2820739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Engagement Score: 40–55</a:t>
            </a:r>
            <a:endParaRPr sz="1800"/>
          </a:p>
        </p:txBody>
      </p:sp>
      <p:sp>
        <p:nvSpPr>
          <p:cNvPr id="483" name="Google Shape;483;p32"/>
          <p:cNvSpPr txBox="1"/>
          <p:nvPr/>
        </p:nvSpPr>
        <p:spPr>
          <a:xfrm>
            <a:off x="4737050" y="3116014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Declining interaction trend</a:t>
            </a:r>
            <a:endParaRPr sz="1800"/>
          </a:p>
        </p:txBody>
      </p:sp>
      <p:pic>
        <p:nvPicPr>
          <p:cNvPr id="485" name="Google Shape;485;p3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224763" y="153423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2"/>
          <p:cNvSpPr txBox="1"/>
          <p:nvPr/>
        </p:nvSpPr>
        <p:spPr>
          <a:xfrm>
            <a:off x="8521600" y="2230189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Plan: Annual / Quarterly</a:t>
            </a:r>
            <a:endParaRPr sz="1800"/>
          </a:p>
        </p:txBody>
      </p:sp>
      <p:sp>
        <p:nvSpPr>
          <p:cNvPr id="487" name="Google Shape;487;p32"/>
          <p:cNvSpPr txBox="1"/>
          <p:nvPr/>
        </p:nvSpPr>
        <p:spPr>
          <a:xfrm>
            <a:off x="8521600" y="2525464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Engagement Score &gt; 70</a:t>
            </a:r>
            <a:endParaRPr sz="1800"/>
          </a:p>
        </p:txBody>
      </p:sp>
      <p:sp>
        <p:nvSpPr>
          <p:cNvPr id="488" name="Google Shape;488;p32"/>
          <p:cNvSpPr txBox="1"/>
          <p:nvPr/>
        </p:nvSpPr>
        <p:spPr>
          <a:xfrm>
            <a:off x="8521600" y="2820739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Tenure &gt; 12 Months</a:t>
            </a:r>
            <a:endParaRPr sz="1800"/>
          </a:p>
        </p:txBody>
      </p:sp>
      <p:sp>
        <p:nvSpPr>
          <p:cNvPr id="489" name="Google Shape;489;p32"/>
          <p:cNvSpPr txBox="1"/>
          <p:nvPr/>
        </p:nvSpPr>
        <p:spPr>
          <a:xfrm>
            <a:off x="8521600" y="3116014"/>
            <a:ext cx="2927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CLV (&gt; ₹15K spent)</a:t>
            </a:r>
            <a:endParaRPr sz="1800"/>
          </a:p>
        </p:txBody>
      </p:sp>
      <p:sp>
        <p:nvSpPr>
          <p:cNvPr id="490" name="Google Shape;490;p32"/>
          <p:cNvSpPr txBox="1"/>
          <p:nvPr/>
        </p:nvSpPr>
        <p:spPr>
          <a:xfrm>
            <a:off x="523875" y="428625"/>
            <a:ext cx="111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Q4: Can You Predict Potential Churners Based on Historical Data?</a:t>
            </a:r>
            <a:endParaRPr/>
          </a:p>
        </p:txBody>
      </p:sp>
      <p:pic>
        <p:nvPicPr>
          <p:cNvPr id="491" name="Google Shape;491;p3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2950" y="2306748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2950" y="2616401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2950" y="2882921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2950" y="3192573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27500" y="2335503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27500" y="2630778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27500" y="2926053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27500" y="3221328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12050" y="2335503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12050" y="2630778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12050" y="2926053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12050" y="3221328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C6CAA9-5FB1-6024-943B-0E2C9D888478}"/>
              </a:ext>
            </a:extLst>
          </p:cNvPr>
          <p:cNvSpPr/>
          <p:nvPr/>
        </p:nvSpPr>
        <p:spPr>
          <a:xfrm>
            <a:off x="757107" y="1561932"/>
            <a:ext cx="1886186" cy="1621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rgbClr val="FF0000"/>
                </a:solidFill>
                <a:latin typeface="Franklin Gothic Heavy"/>
                <a:ea typeface="Lato"/>
                <a:cs typeface="Lato"/>
              </a:rPr>
              <a:t>HIGH RISK (&gt;85% CHURN)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B328B0-40E6-946D-E3C3-F052F4078E39}"/>
              </a:ext>
            </a:extLst>
          </p:cNvPr>
          <p:cNvSpPr/>
          <p:nvPr/>
        </p:nvSpPr>
        <p:spPr>
          <a:xfrm>
            <a:off x="4523974" y="1561932"/>
            <a:ext cx="2446902" cy="16212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100" b="1">
                <a:solidFill>
                  <a:srgbClr val="F59E0B"/>
                </a:solidFill>
                <a:latin typeface="Franklin Gothic Heavy"/>
                <a:ea typeface="Lato"/>
                <a:cs typeface="Lato"/>
              </a:rPr>
              <a:t>MEDIUM RISK (50 – 60% CHURN)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B3544C-9BC0-5412-58C5-71C008DB4401}"/>
              </a:ext>
            </a:extLst>
          </p:cNvPr>
          <p:cNvSpPr/>
          <p:nvPr/>
        </p:nvSpPr>
        <p:spPr>
          <a:xfrm>
            <a:off x="8247709" y="1533176"/>
            <a:ext cx="1713657" cy="1908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100" b="1">
                <a:solidFill>
                  <a:srgbClr val="10B981"/>
                </a:solidFill>
                <a:latin typeface="Franklin Gothic Heavy"/>
                <a:ea typeface="Lato"/>
                <a:cs typeface="Lato"/>
              </a:rPr>
              <a:t>LOW RISK/HIGH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6391275"/>
            <a:ext cx="111442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4"/>
          <p:cNvSpPr txBox="1"/>
          <p:nvPr/>
        </p:nvSpPr>
        <p:spPr>
          <a:xfrm>
            <a:off x="523875" y="6515100"/>
            <a:ext cx="1047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Boxify Analytics</a:t>
            </a:r>
            <a:endParaRPr/>
          </a:p>
        </p:txBody>
      </p:sp>
      <p:sp>
        <p:nvSpPr>
          <p:cNvPr id="536" name="Google Shape;536;p34"/>
          <p:cNvSpPr txBox="1"/>
          <p:nvPr/>
        </p:nvSpPr>
        <p:spPr>
          <a:xfrm>
            <a:off x="10521711" y="6529387"/>
            <a:ext cx="116071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9 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556" name="Google Shape;556;p34"/>
          <p:cNvSpPr txBox="1"/>
          <p:nvPr/>
        </p:nvSpPr>
        <p:spPr>
          <a:xfrm>
            <a:off x="523875" y="362676"/>
            <a:ext cx="111444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19958"/>
              </a:lnSpc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Q5: </a:t>
            </a:r>
            <a:r>
              <a:rPr lang="en-US" sz="2400" b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Recommend strategies for retention campaigns.</a:t>
            </a:r>
            <a:endParaRPr lang="en-US">
              <a:ea typeface="Lato"/>
              <a:sym typeface="La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F4FC13-E68E-26C9-C471-C226DD02A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690552"/>
              </p:ext>
            </p:extLst>
          </p:nvPr>
        </p:nvGraphicFramePr>
        <p:xfrm>
          <a:off x="517585" y="1007565"/>
          <a:ext cx="10797641" cy="2741571"/>
        </p:xfrm>
        <a:graphic>
          <a:graphicData uri="http://schemas.openxmlformats.org/drawingml/2006/table">
            <a:tbl>
              <a:tblPr firstRow="1" bandRow="1">
                <a:tableStyleId>{C3EDFE15-7CBC-487D-B2AF-382A8A6E509C}</a:tableStyleId>
              </a:tblPr>
              <a:tblGrid>
                <a:gridCol w="3064212">
                  <a:extLst>
                    <a:ext uri="{9D8B030D-6E8A-4147-A177-3AD203B41FA5}">
                      <a16:colId xmlns:a16="http://schemas.microsoft.com/office/drawing/2014/main" val="2836119743"/>
                    </a:ext>
                  </a:extLst>
                </a:gridCol>
                <a:gridCol w="4134215">
                  <a:extLst>
                    <a:ext uri="{9D8B030D-6E8A-4147-A177-3AD203B41FA5}">
                      <a16:colId xmlns:a16="http://schemas.microsoft.com/office/drawing/2014/main" val="3711424980"/>
                    </a:ext>
                  </a:extLst>
                </a:gridCol>
                <a:gridCol w="3599214">
                  <a:extLst>
                    <a:ext uri="{9D8B030D-6E8A-4147-A177-3AD203B41FA5}">
                      <a16:colId xmlns:a16="http://schemas.microsoft.com/office/drawing/2014/main" val="2861963994"/>
                    </a:ext>
                  </a:extLst>
                </a:gridCol>
              </a:tblGrid>
              <a:tr h="5272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Priority Segment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Data Evidence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Retention Campaign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525290"/>
                  </a:ext>
                </a:extLst>
              </a:tr>
              <a:tr h="5272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2060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Monthly Subscribers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141 of 207 cancellations = 68.1%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Annual-plan migration incentive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138028"/>
                  </a:ext>
                </a:extLst>
              </a:tr>
              <a:tr h="56237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2060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Early-Tenure Subscribers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Churn concentrated in shorter tenure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90-day onboarding + milestone engagement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765451"/>
                  </a:ext>
                </a:extLst>
              </a:tr>
              <a:tr h="56237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2060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Low-Engagement Subscribers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Lower engagement associated with weaker retention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Automated re-engagement triggers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752842"/>
                  </a:ext>
                </a:extLst>
              </a:tr>
              <a:tr h="56237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2060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High-Risk / Cancellation Intent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Multiple risk signals indicate elevated observed churn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Personalized save offer + exit survey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5998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40BB4DB-89F3-344E-AF5F-C38180818681}"/>
              </a:ext>
            </a:extLst>
          </p:cNvPr>
          <p:cNvSpPr txBox="1"/>
          <p:nvPr/>
        </p:nvSpPr>
        <p:spPr>
          <a:xfrm>
            <a:off x="517585" y="3960963"/>
            <a:ext cx="3191775" cy="1846659"/>
          </a:xfrm>
          <a:prstGeom prst="rect">
            <a:avLst/>
          </a:prstGeom>
          <a:solidFill>
            <a:srgbClr val="F1F5F9"/>
          </a:solidFill>
          <a:ln w="28575">
            <a:solidFill>
              <a:srgbClr val="F59E0B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3191775"/>
                      <a:gd name="csY0" fmla="*/ 0 h 1846659"/>
                      <a:gd name="csX1" fmla="*/ 3191775 w 3191775"/>
                      <a:gd name="csY1" fmla="*/ 0 h 1846659"/>
                      <a:gd name="csX2" fmla="*/ 3191775 w 3191775"/>
                      <a:gd name="csY2" fmla="*/ 1846659 h 1846659"/>
                      <a:gd name="csX3" fmla="*/ 0 w 3191775"/>
                      <a:gd name="csY3" fmla="*/ 1846659 h 1846659"/>
                      <a:gd name="csX4" fmla="*/ 0 w 3191775"/>
                      <a:gd name="csY4" fmla="*/ 0 h 184665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91775" h="1846659" fill="none" extrusionOk="0">
                        <a:moveTo>
                          <a:pt x="0" y="0"/>
                        </a:moveTo>
                        <a:cubicBezTo>
                          <a:pt x="1418223" y="-149972"/>
                          <a:pt x="2049303" y="85198"/>
                          <a:pt x="3191775" y="0"/>
                        </a:cubicBezTo>
                        <a:cubicBezTo>
                          <a:pt x="3147777" y="611111"/>
                          <a:pt x="3292976" y="1083255"/>
                          <a:pt x="3191775" y="1846659"/>
                        </a:cubicBezTo>
                        <a:cubicBezTo>
                          <a:pt x="2069033" y="1938035"/>
                          <a:pt x="442798" y="1840602"/>
                          <a:pt x="0" y="1846659"/>
                        </a:cubicBezTo>
                        <a:cubicBezTo>
                          <a:pt x="-43246" y="1126497"/>
                          <a:pt x="-139242" y="864257"/>
                          <a:pt x="0" y="0"/>
                        </a:cubicBezTo>
                        <a:close/>
                      </a:path>
                      <a:path w="3191775" h="1846659" stroke="0" extrusionOk="0">
                        <a:moveTo>
                          <a:pt x="0" y="0"/>
                        </a:moveTo>
                        <a:cubicBezTo>
                          <a:pt x="1108631" y="-113254"/>
                          <a:pt x="2490913" y="102601"/>
                          <a:pt x="3191775" y="0"/>
                        </a:cubicBezTo>
                        <a:cubicBezTo>
                          <a:pt x="3244152" y="644698"/>
                          <a:pt x="3353559" y="1351720"/>
                          <a:pt x="3191775" y="1846659"/>
                        </a:cubicBezTo>
                        <a:cubicBezTo>
                          <a:pt x="2474495" y="1902469"/>
                          <a:pt x="998978" y="2015617"/>
                          <a:pt x="0" y="1846659"/>
                        </a:cubicBezTo>
                        <a:cubicBezTo>
                          <a:pt x="96296" y="1108272"/>
                          <a:pt x="-91599" y="2458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F59E0B"/>
                </a:solidFill>
                <a:latin typeface="Lato"/>
                <a:ea typeface="Lato"/>
                <a:cs typeface="Lato"/>
              </a:rPr>
              <a:t>01 | Fix The Biggest Churn Pool</a:t>
            </a:r>
          </a:p>
          <a:p>
            <a:endParaRPr lang="en-US" b="1">
              <a:latin typeface="Lato"/>
              <a:ea typeface="Lato"/>
              <a:cs typeface="Lato"/>
            </a:endParaRPr>
          </a:p>
          <a:p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Target monthly subscribers first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, since they account for 68.1% of cancellations.</a:t>
            </a:r>
          </a:p>
          <a:p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Recommendation: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 Promote annual/quarterly migration before early cancellation.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4D917-A659-AAF8-8D47-494B6F291D4A}"/>
              </a:ext>
            </a:extLst>
          </p:cNvPr>
          <p:cNvSpPr txBox="1"/>
          <p:nvPr/>
        </p:nvSpPr>
        <p:spPr>
          <a:xfrm>
            <a:off x="3867510" y="3960962"/>
            <a:ext cx="3637472" cy="1846659"/>
          </a:xfrm>
          <a:prstGeom prst="rect">
            <a:avLst/>
          </a:prstGeom>
          <a:solidFill>
            <a:srgbClr val="F1F5F9"/>
          </a:solidFill>
          <a:ln w="28575">
            <a:solidFill>
              <a:srgbClr val="002060"/>
            </a:solidFill>
            <a:prstDash val="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02060"/>
                </a:solidFill>
                <a:latin typeface="Lato"/>
                <a:ea typeface="Lato"/>
                <a:cs typeface="Lato"/>
              </a:rPr>
              <a:t>02 | Intervene Before Churn</a:t>
            </a:r>
          </a:p>
          <a:p>
            <a:endParaRPr lang="en-US" b="1">
              <a:solidFill>
                <a:srgbClr val="3A475A"/>
              </a:solidFill>
              <a:latin typeface="Lato"/>
              <a:ea typeface="Lato"/>
              <a:cs typeface="Lato"/>
            </a:endParaRPr>
          </a:p>
          <a:p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Prioritize early-tenure and lower-engagement subscribers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 rather than waiting for cancellation.</a:t>
            </a:r>
          </a:p>
          <a:p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Recommendation: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 Trigger onboarding, engagement and milestone interventions during the first 3–6 months.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50257-35C5-0F46-3D0D-FD3FBC9E441D}"/>
              </a:ext>
            </a:extLst>
          </p:cNvPr>
          <p:cNvSpPr txBox="1"/>
          <p:nvPr/>
        </p:nvSpPr>
        <p:spPr>
          <a:xfrm>
            <a:off x="7663132" y="3960962"/>
            <a:ext cx="3651849" cy="1846659"/>
          </a:xfrm>
          <a:prstGeom prst="rect">
            <a:avLst/>
          </a:prstGeom>
          <a:solidFill>
            <a:srgbClr val="F1F5F9"/>
          </a:solidFill>
          <a:ln w="28575">
            <a:solidFill>
              <a:schemeClr val="accent3">
                <a:lumMod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3">
                    <a:lumMod val="49000"/>
                  </a:schemeClr>
                </a:solidFill>
                <a:latin typeface="Lato"/>
                <a:ea typeface="Lato"/>
                <a:cs typeface="Lato"/>
              </a:rPr>
              <a:t>03 | Personalize The Save Offer</a:t>
            </a:r>
          </a:p>
          <a:p>
            <a:endParaRPr lang="en-US" b="1">
              <a:latin typeface="Lato"/>
              <a:ea typeface="Lato"/>
              <a:cs typeface="Lato"/>
            </a:endParaRPr>
          </a:p>
          <a:p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Not every churner has the same reason for leaving.</a:t>
            </a:r>
          </a:p>
          <a:p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Recommendation: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 Combine risk signals with cancellation-intent feedback to determine whether to offer an incentive, support intervention or plan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09;p33" descr="image.png">
            <a:extLst>
              <a:ext uri="{FF2B5EF4-FFF2-40B4-BE49-F238E27FC236}">
                <a16:creationId xmlns:a16="http://schemas.microsoft.com/office/drawing/2014/main" id="{48777AE3-8326-1932-F1BD-3435B82A49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104" y="3682266"/>
            <a:ext cx="3176946" cy="199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10;p33" descr="image.png">
            <a:extLst>
              <a:ext uri="{FF2B5EF4-FFF2-40B4-BE49-F238E27FC236}">
                <a16:creationId xmlns:a16="http://schemas.microsoft.com/office/drawing/2014/main" id="{DA9C0283-B8F4-1667-B6FA-A37A337867F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03519" y="3682262"/>
            <a:ext cx="4355888" cy="199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454;p32" descr="image.png">
            <a:extLst>
              <a:ext uri="{FF2B5EF4-FFF2-40B4-BE49-F238E27FC236}">
                <a16:creationId xmlns:a16="http://schemas.microsoft.com/office/drawing/2014/main" id="{F420657D-2BE8-8B8F-2667-BBD2FAE792F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-118" r="41667" b="444"/>
          <a:stretch>
            <a:fillRect/>
          </a:stretch>
        </p:blipFill>
        <p:spPr>
          <a:xfrm>
            <a:off x="8158254" y="3680328"/>
            <a:ext cx="3635568" cy="2002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5725" y="667150"/>
            <a:ext cx="11474928" cy="2910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875" y="6343650"/>
            <a:ext cx="111442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3"/>
          <p:cNvSpPr txBox="1"/>
          <p:nvPr/>
        </p:nvSpPr>
        <p:spPr>
          <a:xfrm>
            <a:off x="523875" y="64960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Boxify Analytics</a:t>
            </a:r>
            <a:endParaRPr/>
          </a:p>
        </p:txBody>
      </p:sp>
      <p:sp>
        <p:nvSpPr>
          <p:cNvPr id="514" name="Google Shape;514;p33"/>
          <p:cNvSpPr txBox="1"/>
          <p:nvPr/>
        </p:nvSpPr>
        <p:spPr>
          <a:xfrm>
            <a:off x="10694239" y="6495960"/>
            <a:ext cx="97381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10 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515" name="Google Shape;515;p33"/>
          <p:cNvSpPr txBox="1"/>
          <p:nvPr/>
        </p:nvSpPr>
        <p:spPr>
          <a:xfrm>
            <a:off x="712218" y="670386"/>
            <a:ext cx="108813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Historical Monthly Churn Rate Trend (%)</a:t>
            </a:r>
            <a:endParaRPr/>
          </a:p>
        </p:txBody>
      </p:sp>
      <p:pic>
        <p:nvPicPr>
          <p:cNvPr id="516" name="Google Shape;516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6468" y="71801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3"/>
          <p:cNvSpPr txBox="1"/>
          <p:nvPr/>
        </p:nvSpPr>
        <p:spPr>
          <a:xfrm>
            <a:off x="509498" y="208216"/>
            <a:ext cx="11144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Seasonal / Monthly Analysis</a:t>
            </a:r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1FE0131-ACC2-4D80-115B-1F0413965D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0071241"/>
              </p:ext>
            </p:extLst>
          </p:nvPr>
        </p:nvGraphicFramePr>
        <p:xfrm>
          <a:off x="345058" y="953160"/>
          <a:ext cx="11501884" cy="2608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4399387-1669-BFE6-77F3-7A1ADB012FFA}"/>
              </a:ext>
            </a:extLst>
          </p:cNvPr>
          <p:cNvSpPr txBox="1"/>
          <p:nvPr/>
        </p:nvSpPr>
        <p:spPr>
          <a:xfrm>
            <a:off x="445699" y="4004095"/>
            <a:ext cx="3177397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Churn peaked at </a:t>
            </a:r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35.1% in July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, after reaching </a:t>
            </a:r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34.2% in May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, before easing to </a:t>
            </a:r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29.0% in August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.</a:t>
            </a:r>
            <a:endParaRPr lang="en-US">
              <a:solidFill>
                <a:srgbClr val="3A475A"/>
              </a:solidFill>
            </a:endParaRPr>
          </a:p>
          <a:p>
            <a:pPr marL="285750" indent="-285750">
              <a:buFont typeface="Wingdings"/>
              <a:buChar char="ü"/>
            </a:pPr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Implication: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 Intensify retention efforts ahead of historically high-churn periods.</a:t>
            </a:r>
          </a:p>
          <a:p>
            <a:pPr marL="285750" indent="-285750">
              <a:buFont typeface="Wingdings"/>
              <a:buChar char="ü"/>
            </a:pP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E0262-3066-DAFC-8F93-52D271FB9F39}"/>
              </a:ext>
            </a:extLst>
          </p:cNvPr>
          <p:cNvSpPr txBox="1"/>
          <p:nvPr/>
        </p:nvSpPr>
        <p:spPr>
          <a:xfrm>
            <a:off x="3709358" y="4004094"/>
            <a:ext cx="4356339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Churn remained exceptionally low for </a:t>
            </a:r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three consecutive months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, ranging from </a:t>
            </a:r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6.9% in Nov–Dec 2024 to 4.2% in Jan 2025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—the three lowest monthly rates.</a:t>
            </a:r>
            <a:endParaRPr lang="en-US">
              <a:solidFill>
                <a:srgbClr val="3A475A"/>
              </a:solidFill>
            </a:endParaRPr>
          </a:p>
          <a:p>
            <a:pPr marL="285750" indent="-285750">
              <a:buFont typeface="Wingdings"/>
              <a:buChar char="ü"/>
            </a:pPr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Implication: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 Use this low-churn period as a benchmark to identify favorable customer and plan conditions.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BC311-E743-8293-5D9D-7F1B076E1A2F}"/>
              </a:ext>
            </a:extLst>
          </p:cNvPr>
          <p:cNvSpPr txBox="1"/>
          <p:nvPr/>
        </p:nvSpPr>
        <p:spPr>
          <a:xfrm>
            <a:off x="8151961" y="4004095"/>
            <a:ext cx="3752492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January churn was </a:t>
            </a:r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25% in 2023/2024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 but </a:t>
            </a:r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only 4.2% in 2025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, showing inconsistent seasonal patterns.</a:t>
            </a:r>
            <a:endParaRPr lang="en-US">
              <a:solidFill>
                <a:srgbClr val="3A475A"/>
              </a:solidFill>
            </a:endParaRPr>
          </a:p>
          <a:p>
            <a:pPr marL="285750" indent="-285750">
              <a:buFont typeface="Wingdings"/>
              <a:buChar char="ü"/>
            </a:pPr>
            <a:r>
              <a:rPr lang="en-US" b="1">
                <a:solidFill>
                  <a:srgbClr val="3A475A"/>
                </a:solidFill>
                <a:latin typeface="Lato"/>
                <a:ea typeface="Lato"/>
                <a:cs typeface="Lato"/>
              </a:rPr>
              <a:t>Implication: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 Investigate plan mix, tenure, engagement and customer experience behind churn spikes.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16F2A-E944-2366-3F76-4F0D6D41D03E}"/>
              </a:ext>
            </a:extLst>
          </p:cNvPr>
          <p:cNvSpPr txBox="1"/>
          <p:nvPr/>
        </p:nvSpPr>
        <p:spPr>
          <a:xfrm>
            <a:off x="373813" y="5758131"/>
            <a:ext cx="11415621" cy="553998"/>
          </a:xfrm>
          <a:prstGeom prst="rect">
            <a:avLst/>
          </a:prstGeom>
          <a:noFill/>
          <a:ln w="28575">
            <a:solidFill>
              <a:srgbClr val="F59E0B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3A475A"/>
                </a:solidFill>
                <a:latin typeface="Lato"/>
                <a:ea typeface="Lato"/>
                <a:cs typeface="Lato"/>
              </a:rPr>
              <a:t>Takeaway:-</a:t>
            </a:r>
            <a:r>
              <a:rPr lang="en-US">
                <a:solidFill>
                  <a:srgbClr val="3A475A"/>
                </a:solidFill>
                <a:latin typeface="Lato"/>
                <a:ea typeface="Lato"/>
                <a:cs typeface="Lato"/>
              </a:rPr>
              <a:t> Historical churn spikes provide useful timing signals, but the variation across years suggests that seasonality alone does not explain churn; peak periods should trigger deeper segment and behavior analysis.</a:t>
            </a:r>
          </a:p>
        </p:txBody>
      </p:sp>
      <p:sp>
        <p:nvSpPr>
          <p:cNvPr id="14" name="Google Shape;537;p34">
            <a:extLst>
              <a:ext uri="{FF2B5EF4-FFF2-40B4-BE49-F238E27FC236}">
                <a16:creationId xmlns:a16="http://schemas.microsoft.com/office/drawing/2014/main" id="{B76E810F-58A9-A766-BC29-28E016E56226}"/>
              </a:ext>
            </a:extLst>
          </p:cNvPr>
          <p:cNvSpPr txBox="1"/>
          <p:nvPr/>
        </p:nvSpPr>
        <p:spPr>
          <a:xfrm>
            <a:off x="8224387" y="3739917"/>
            <a:ext cx="34964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>
                <a:solidFill>
                  <a:srgbClr val="1E40AF"/>
                </a:solidFill>
                <a:latin typeface="Poppins SemiBold"/>
                <a:ea typeface="Lato"/>
                <a:cs typeface="Poppins SemiBold"/>
                <a:sym typeface="Lato"/>
              </a:rPr>
              <a:t>Churn Is Volatile, Not Strictly Seasonal</a:t>
            </a:r>
          </a:p>
        </p:txBody>
      </p:sp>
      <p:sp>
        <p:nvSpPr>
          <p:cNvPr id="16" name="Google Shape;518;p33">
            <a:extLst>
              <a:ext uri="{FF2B5EF4-FFF2-40B4-BE49-F238E27FC236}">
                <a16:creationId xmlns:a16="http://schemas.microsoft.com/office/drawing/2014/main" id="{A3A63421-BC7C-F81E-621A-3B6BAC82E136}"/>
              </a:ext>
            </a:extLst>
          </p:cNvPr>
          <p:cNvSpPr txBox="1"/>
          <p:nvPr/>
        </p:nvSpPr>
        <p:spPr>
          <a:xfrm>
            <a:off x="496750" y="3743415"/>
            <a:ext cx="307441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EF4444"/>
                </a:solidFill>
                <a:latin typeface="Poppins SemiBold"/>
                <a:ea typeface="Calibri"/>
                <a:cs typeface="Poppins SemiBold"/>
                <a:sym typeface="Poppins"/>
              </a:rPr>
              <a:t>Peak Churn: May–August 2025</a:t>
            </a:r>
            <a:endParaRPr lang="en-US" b="1">
              <a:solidFill>
                <a:srgbClr val="EF4444"/>
              </a:solidFill>
              <a:latin typeface="Poppins SemiBold"/>
              <a:ea typeface="Calibri"/>
              <a:cs typeface="Poppins SemiBold"/>
            </a:endParaRPr>
          </a:p>
        </p:txBody>
      </p:sp>
      <p:sp>
        <p:nvSpPr>
          <p:cNvPr id="18" name="Google Shape;518;p33">
            <a:extLst>
              <a:ext uri="{FF2B5EF4-FFF2-40B4-BE49-F238E27FC236}">
                <a16:creationId xmlns:a16="http://schemas.microsoft.com/office/drawing/2014/main" id="{79829AC1-63A9-1F55-0731-E17F7A8A4F7C}"/>
              </a:ext>
            </a:extLst>
          </p:cNvPr>
          <p:cNvSpPr txBox="1"/>
          <p:nvPr/>
        </p:nvSpPr>
        <p:spPr>
          <a:xfrm>
            <a:off x="3821177" y="3743414"/>
            <a:ext cx="333589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7D7D7D"/>
                </a:solidFill>
                <a:latin typeface="Poppins SemiBold"/>
                <a:ea typeface="Calibri"/>
                <a:cs typeface="Poppins SemiBold"/>
                <a:sym typeface="Poppins"/>
              </a:rPr>
              <a:t>Lowest Churn: Nov 2024 – Jan 2025</a:t>
            </a:r>
            <a:endParaRPr lang="en-US" b="1">
              <a:solidFill>
                <a:srgbClr val="7D7D7D"/>
              </a:solidFill>
              <a:latin typeface="Poppins SemiBold"/>
              <a:ea typeface="Calibri"/>
              <a:cs typeface="Poppins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60">
          <a:extLst>
            <a:ext uri="{FF2B5EF4-FFF2-40B4-BE49-F238E27FC236}">
              <a16:creationId xmlns:a16="http://schemas.microsoft.com/office/drawing/2014/main" id="{CCFB211C-FEC8-CC12-61FC-BFA20F17C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5" descr="image.png">
            <a:extLst>
              <a:ext uri="{FF2B5EF4-FFF2-40B4-BE49-F238E27FC236}">
                <a16:creationId xmlns:a16="http://schemas.microsoft.com/office/drawing/2014/main" id="{B8BD25FE-A6A4-B60A-B3A6-BD74E33099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6391275"/>
            <a:ext cx="111442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5">
            <a:extLst>
              <a:ext uri="{FF2B5EF4-FFF2-40B4-BE49-F238E27FC236}">
                <a16:creationId xmlns:a16="http://schemas.microsoft.com/office/drawing/2014/main" id="{03016196-8AA3-DE20-EDCE-CA763DEEF60B}"/>
              </a:ext>
            </a:extLst>
          </p:cNvPr>
          <p:cNvSpPr txBox="1"/>
          <p:nvPr/>
        </p:nvSpPr>
        <p:spPr>
          <a:xfrm>
            <a:off x="523875" y="6515100"/>
            <a:ext cx="1047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Boxify Analytics</a:t>
            </a:r>
            <a:endParaRPr/>
          </a:p>
        </p:txBody>
      </p:sp>
      <p:sp>
        <p:nvSpPr>
          <p:cNvPr id="570" name="Google Shape;570;p35">
            <a:extLst>
              <a:ext uri="{FF2B5EF4-FFF2-40B4-BE49-F238E27FC236}">
                <a16:creationId xmlns:a16="http://schemas.microsoft.com/office/drawing/2014/main" id="{E81A44EF-834D-48A7-D1D0-CA29E9BC940A}"/>
              </a:ext>
            </a:extLst>
          </p:cNvPr>
          <p:cNvSpPr txBox="1"/>
          <p:nvPr/>
        </p:nvSpPr>
        <p:spPr>
          <a:xfrm>
            <a:off x="10728206" y="6529387"/>
            <a:ext cx="92569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11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586" name="Google Shape;586;p35">
            <a:extLst>
              <a:ext uri="{FF2B5EF4-FFF2-40B4-BE49-F238E27FC236}">
                <a16:creationId xmlns:a16="http://schemas.microsoft.com/office/drawing/2014/main" id="{DF45B164-D613-C04D-2215-E9325BC4BC05}"/>
              </a:ext>
            </a:extLst>
          </p:cNvPr>
          <p:cNvSpPr txBox="1"/>
          <p:nvPr/>
        </p:nvSpPr>
        <p:spPr>
          <a:xfrm>
            <a:off x="437611" y="155455"/>
            <a:ext cx="111444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19958"/>
              </a:lnSpc>
            </a:pPr>
            <a:r>
              <a:rPr lang="en-US" sz="2400" b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Strategic Recommendations &amp; Action Plan</a:t>
            </a:r>
            <a:endParaRPr lang="en-US"/>
          </a:p>
        </p:txBody>
      </p:sp>
      <p:pic>
        <p:nvPicPr>
          <p:cNvPr id="2" name="Google Shape;398;p22">
            <a:extLst>
              <a:ext uri="{FF2B5EF4-FFF2-40B4-BE49-F238E27FC236}">
                <a16:creationId xmlns:a16="http://schemas.microsoft.com/office/drawing/2014/main" id="{0FC1C3E0-37C4-6DF4-F991-9AB0024C5C7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945" y="1044231"/>
            <a:ext cx="5490535" cy="5226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99;p22">
            <a:extLst>
              <a:ext uri="{FF2B5EF4-FFF2-40B4-BE49-F238E27FC236}">
                <a16:creationId xmlns:a16="http://schemas.microsoft.com/office/drawing/2014/main" id="{3FF34C71-EF95-5683-07E1-2680BAAC6C0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634" y="1044231"/>
            <a:ext cx="5648684" cy="52264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2;p22">
            <a:extLst>
              <a:ext uri="{FF2B5EF4-FFF2-40B4-BE49-F238E27FC236}">
                <a16:creationId xmlns:a16="http://schemas.microsoft.com/office/drawing/2014/main" id="{91EA93A8-D3AC-0FA9-9A31-DD00C2026FAE}"/>
              </a:ext>
            </a:extLst>
          </p:cNvPr>
          <p:cNvSpPr txBox="1"/>
          <p:nvPr/>
        </p:nvSpPr>
        <p:spPr>
          <a:xfrm>
            <a:off x="428625" y="739439"/>
            <a:ext cx="113347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>
                <a:solidFill>
                  <a:srgbClr val="64748B"/>
                </a:solidFill>
                <a:latin typeface="Inter"/>
                <a:sym typeface="Inter"/>
              </a:rPr>
              <a:t>Prioritized roadmap to reduce churn, protect subscriber value and strengthen long-term retention</a:t>
            </a:r>
            <a:endParaRPr lang="en-US" sz="1200"/>
          </a:p>
        </p:txBody>
      </p:sp>
      <p:sp>
        <p:nvSpPr>
          <p:cNvPr id="5" name="Google Shape;408;p22">
            <a:extLst>
              <a:ext uri="{FF2B5EF4-FFF2-40B4-BE49-F238E27FC236}">
                <a16:creationId xmlns:a16="http://schemas.microsoft.com/office/drawing/2014/main" id="{0B5DD68B-C5FA-4CF7-5513-A01C8D149591}"/>
              </a:ext>
            </a:extLst>
          </p:cNvPr>
          <p:cNvSpPr txBox="1"/>
          <p:nvPr/>
        </p:nvSpPr>
        <p:spPr>
          <a:xfrm>
            <a:off x="626218" y="1280100"/>
            <a:ext cx="557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C8E82"/>
                </a:solidFill>
                <a:latin typeface="Inter Black"/>
                <a:ea typeface="Inter Black"/>
                <a:cs typeface="Inter"/>
                <a:sym typeface="Inter"/>
              </a:rPr>
              <a:t>Quick Wins (0–3 Months)</a:t>
            </a:r>
            <a:endParaRPr lang="en-US" sz="1800">
              <a:solidFill>
                <a:srgbClr val="0C8E82"/>
              </a:solidFill>
              <a:latin typeface="Inter Black"/>
              <a:ea typeface="Inter Black"/>
            </a:endParaRPr>
          </a:p>
        </p:txBody>
      </p:sp>
      <p:sp>
        <p:nvSpPr>
          <p:cNvPr id="6" name="Google Shape;409;p22">
            <a:extLst>
              <a:ext uri="{FF2B5EF4-FFF2-40B4-BE49-F238E27FC236}">
                <a16:creationId xmlns:a16="http://schemas.microsoft.com/office/drawing/2014/main" id="{E43812C6-B042-64EC-C921-157C9548C8FF}"/>
              </a:ext>
            </a:extLst>
          </p:cNvPr>
          <p:cNvSpPr txBox="1"/>
          <p:nvPr/>
        </p:nvSpPr>
        <p:spPr>
          <a:xfrm>
            <a:off x="6377872" y="1239460"/>
            <a:ext cx="557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284C7"/>
                </a:solidFill>
                <a:latin typeface="Inter Black"/>
                <a:ea typeface="Inter Black"/>
                <a:cs typeface="Inter"/>
                <a:sym typeface="Inter"/>
              </a:rPr>
              <a:t>Long-Term Initiatives (3–12 Months</a:t>
            </a:r>
            <a:r>
              <a:rPr lang="en-US" sz="1800" b="1" i="0" u="none" strike="noStrike" cap="none">
                <a:solidFill>
                  <a:srgbClr val="0D9488"/>
                </a:solidFill>
                <a:latin typeface="Inter Black"/>
                <a:ea typeface="Inter Black"/>
                <a:cs typeface="Inter"/>
                <a:sym typeface="Inter"/>
              </a:rPr>
              <a:t>)</a:t>
            </a:r>
            <a:endParaRPr lang="en-US" sz="1800">
              <a:latin typeface="Inter Black"/>
              <a:ea typeface="Inter Black"/>
            </a:endParaRPr>
          </a:p>
        </p:txBody>
      </p:sp>
      <p:sp>
        <p:nvSpPr>
          <p:cNvPr id="7" name="Google Shape;412;p22">
            <a:extLst>
              <a:ext uri="{FF2B5EF4-FFF2-40B4-BE49-F238E27FC236}">
                <a16:creationId xmlns:a16="http://schemas.microsoft.com/office/drawing/2014/main" id="{F23D059B-B6D8-F3E9-9648-2A471B0E061B}"/>
              </a:ext>
            </a:extLst>
          </p:cNvPr>
          <p:cNvSpPr txBox="1"/>
          <p:nvPr/>
        </p:nvSpPr>
        <p:spPr>
          <a:xfrm>
            <a:off x="635911" y="1703597"/>
            <a:ext cx="5354382" cy="3477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  <a:sym typeface="Inter"/>
              </a:rPr>
              <a:t>Automated Re-Engagement Triggers: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  <a:sym typeface="Inter"/>
              </a:rPr>
              <a:t> Trigger personalized email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/SMS nudges for low-engagement and high-risk subscribers.</a:t>
            </a:r>
            <a:endParaRPr lang="en-US">
              <a:ea typeface="Inter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Plan Migration Incentives: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 Offer targeted incentives to move monthly subscribers toward longer-term plans.</a:t>
            </a:r>
            <a:endParaRPr lang="en-US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6-Month Milestone Rewards: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 Use bonus points and exclusive add-ons to encourage subscribers to cross the early churn window.</a:t>
            </a:r>
            <a:endParaRPr lang="en-US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Cancellation-Intent Interventions: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 Deploy targeted save offers with a short exit survey to capture cancellation reasons.</a:t>
            </a:r>
            <a:endParaRPr lang="en-US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Subscription Pause Option: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 Pilot a 1–3 month pause as an alternative to full cancellation.</a:t>
            </a:r>
            <a:endParaRPr lang="en-US"/>
          </a:p>
          <a:p>
            <a:pPr>
              <a:lnSpc>
                <a:spcPct val="144969"/>
              </a:lnSpc>
            </a:pPr>
            <a:endParaRPr lang="en-US" sz="1100">
              <a:solidFill>
                <a:srgbClr val="334155"/>
              </a:solidFill>
              <a:latin typeface="Inter"/>
              <a:ea typeface="Inter"/>
            </a:endParaRPr>
          </a:p>
        </p:txBody>
      </p:sp>
      <p:sp>
        <p:nvSpPr>
          <p:cNvPr id="8" name="Google Shape;422;p22">
            <a:extLst>
              <a:ext uri="{FF2B5EF4-FFF2-40B4-BE49-F238E27FC236}">
                <a16:creationId xmlns:a16="http://schemas.microsoft.com/office/drawing/2014/main" id="{D94F1E4E-4A26-6E22-1917-5C505A4373DE}"/>
              </a:ext>
            </a:extLst>
          </p:cNvPr>
          <p:cNvSpPr txBox="1"/>
          <p:nvPr/>
        </p:nvSpPr>
        <p:spPr>
          <a:xfrm>
            <a:off x="6381211" y="1719508"/>
            <a:ext cx="515310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334155"/>
                </a:solidFill>
                <a:latin typeface="Inter"/>
                <a:sym typeface="Inter"/>
              </a:rPr>
              <a:t>Tiered Plan Optimization:</a:t>
            </a:r>
            <a:r>
              <a:rPr lang="en-US">
                <a:solidFill>
                  <a:srgbClr val="334155"/>
                </a:solidFill>
                <a:latin typeface="Inter"/>
                <a:sym typeface="Inter"/>
              </a:rPr>
              <a:t> Redesign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  <a:sym typeface="Inter"/>
              </a:rPr>
              <a:t> plan benefits and upgrade journeys to encourage longer-term subscriptions.</a:t>
            </a:r>
            <a:endParaRPr lang="en-US">
              <a:solidFill>
                <a:srgbClr val="334155"/>
              </a:solidFill>
              <a:latin typeface="Inter"/>
              <a:ea typeface="Inter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  <a:sym typeface="Inter"/>
              </a:rPr>
              <a:t>Box</a:t>
            </a: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 Customization: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 Allow subscribers to personalize product preferences 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  <a:sym typeface="Inter"/>
              </a:rPr>
              <a:t>to 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improve perceived value and reduce fatigue.</a:t>
            </a:r>
            <a:endParaRPr lang="en-US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Engagement &amp; Loyalty Program: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 Build recurring engagement through streaks, milestones, rewards and loyalty benefits.</a:t>
            </a:r>
            <a:endParaRPr lang="en-US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Regional Supply Audit: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 Audit fulfillment and last-mile experience in Chennai and Hyderabad to address regional churn hotspots.</a:t>
            </a:r>
            <a:endParaRPr lang="en-US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Churn-Risk Monitoring: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 Build a risk dashboard combining engagement, tenure, plan and demographic signals for proactive monitoring.</a:t>
            </a:r>
            <a:endParaRPr lang="en-US"/>
          </a:p>
          <a:p>
            <a:pPr marL="171450" indent="-171450">
              <a:lnSpc>
                <a:spcPct val="150000"/>
              </a:lnSpc>
              <a:buFont typeface="Wingdings"/>
              <a:buChar char="q"/>
            </a:pPr>
            <a:endParaRPr lang="en-US">
              <a:solidFill>
                <a:srgbClr val="334155"/>
              </a:solidFill>
              <a:latin typeface="Inter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134713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6"/>
          <p:cNvSpPr txBox="1"/>
          <p:nvPr/>
        </p:nvSpPr>
        <p:spPr>
          <a:xfrm>
            <a:off x="1008033" y="4719922"/>
            <a:ext cx="101615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Prepared by Agamya Jain | E-commerce Customer Analytics Division </a:t>
            </a:r>
            <a:endParaRPr lang="en-US">
              <a:solidFill>
                <a:srgbClr val="64748B"/>
              </a:solidFill>
              <a:latin typeface="Poppins"/>
              <a:ea typeface="Lato"/>
              <a:cs typeface="Poppins"/>
            </a:endParaRPr>
          </a:p>
        </p:txBody>
      </p:sp>
      <p:sp>
        <p:nvSpPr>
          <p:cNvPr id="3" name="Google Shape;183;p26">
            <a:extLst>
              <a:ext uri="{FF2B5EF4-FFF2-40B4-BE49-F238E27FC236}">
                <a16:creationId xmlns:a16="http://schemas.microsoft.com/office/drawing/2014/main" id="{36CC9E13-D2BB-3B97-582A-BBFDE7AFEDD7}"/>
              </a:ext>
            </a:extLst>
          </p:cNvPr>
          <p:cNvSpPr txBox="1"/>
          <p:nvPr/>
        </p:nvSpPr>
        <p:spPr>
          <a:xfrm>
            <a:off x="10161975" y="6481751"/>
            <a:ext cx="1506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4" name="Google Shape;445;p23">
            <a:extLst>
              <a:ext uri="{FF2B5EF4-FFF2-40B4-BE49-F238E27FC236}">
                <a16:creationId xmlns:a16="http://schemas.microsoft.com/office/drawing/2014/main" id="{3D0780B0-F515-D249-0EE7-F7BE6227639B}"/>
              </a:ext>
            </a:extLst>
          </p:cNvPr>
          <p:cNvSpPr txBox="1"/>
          <p:nvPr/>
        </p:nvSpPr>
        <p:spPr>
          <a:xfrm>
            <a:off x="2582727" y="2937744"/>
            <a:ext cx="7034212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15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Thank You</a:t>
            </a:r>
            <a:r>
              <a:rPr lang="en-US" sz="315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| Questions &amp; Discussion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2026-08-31T16:04:54Z</dcterms:modified>
</cp:coreProperties>
</file>